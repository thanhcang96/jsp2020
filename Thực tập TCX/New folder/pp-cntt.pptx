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fntdata" ContentType="application/x-fontdata"/>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embedTrueTypeFonts="1" saveSubsetFonts="1" autoCompressPictures="0">
  <p:sldMasterIdLst>
    <p:sldMasterId id="2147483659" r:id="rId1"/>
  </p:sldMasterIdLst>
  <p:notesMasterIdLst>
    <p:notesMasterId r:id="rId22"/>
  </p:notesMasterIdLst>
  <p:sldIdLst>
    <p:sldId id="256" r:id="rId2"/>
    <p:sldId id="257" r:id="rId3"/>
    <p:sldId id="258" r:id="rId4"/>
    <p:sldId id="263" r:id="rId5"/>
    <p:sldId id="287" r:id="rId6"/>
    <p:sldId id="288" r:id="rId7"/>
    <p:sldId id="261" r:id="rId8"/>
    <p:sldId id="289" r:id="rId9"/>
    <p:sldId id="290" r:id="rId10"/>
    <p:sldId id="291" r:id="rId11"/>
    <p:sldId id="292" r:id="rId12"/>
    <p:sldId id="293" r:id="rId13"/>
    <p:sldId id="294" r:id="rId14"/>
    <p:sldId id="295" r:id="rId15"/>
    <p:sldId id="296" r:id="rId16"/>
    <p:sldId id="262" r:id="rId17"/>
    <p:sldId id="297" r:id="rId18"/>
    <p:sldId id="298" r:id="rId19"/>
    <p:sldId id="299" r:id="rId20"/>
    <p:sldId id="300" r:id="rId21"/>
  </p:sldIdLst>
  <p:sldSz cx="9144000" cy="5143500" type="screen16x9"/>
  <p:notesSz cx="6858000" cy="9144000"/>
  <p:embeddedFontLst>
    <p:embeddedFont>
      <p:font typeface="Roboto" panose="020B0604020202020204" charset="0"/>
      <p:regular r:id="rId23"/>
      <p:bold r:id="rId24"/>
      <p:italic r:id="rId25"/>
      <p:boldItalic r:id="rId26"/>
    </p:embeddedFont>
    <p:embeddedFont>
      <p:font typeface="Montserrat" panose="020B0604020202020204" charset="0"/>
      <p:regular r:id="rId27"/>
      <p:bold r:id="rId28"/>
      <p:italic r:id="rId29"/>
      <p:boldItalic r:id="rId30"/>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8A1D8300-1312-4EB2-B64F-39C4310A6C18}">
  <a:tblStyle styleId="{8A1D8300-1312-4EB2-B64F-39C4310A6C18}" styleName="Table_0">
    <a:wholeTbl>
      <a:tcTxStyle>
        <a:font>
          <a:latin typeface="Arial"/>
          <a:ea typeface="Arial"/>
          <a:cs typeface="Arial"/>
        </a:font>
        <a:srgbClr val="000000"/>
      </a:tcTxStyle>
      <a:tcStyle>
        <a:tcBdr>
          <a:left>
            <a:ln w="9525" cap="flat" cmpd="sng">
              <a:solidFill>
                <a:srgbClr val="000000"/>
              </a:solidFill>
              <a:prstDash val="solid"/>
              <a:round/>
              <a:headEnd type="none" w="sm" len="sm"/>
              <a:tailEnd type="none" w="sm" len="sm"/>
            </a:ln>
          </a:left>
          <a:right>
            <a:ln w="9525" cap="flat" cmpd="sng">
              <a:solidFill>
                <a:srgbClr val="000000"/>
              </a:solidFill>
              <a:prstDash val="solid"/>
              <a:round/>
              <a:headEnd type="none" w="sm" len="sm"/>
              <a:tailEnd type="none" w="sm" len="sm"/>
            </a:ln>
          </a:right>
          <a:top>
            <a:ln w="9525" cap="flat" cmpd="sng">
              <a:solidFill>
                <a:srgbClr val="000000"/>
              </a:solidFill>
              <a:prstDash val="solid"/>
              <a:round/>
              <a:headEnd type="none" w="sm" len="sm"/>
              <a:tailEnd type="none" w="sm" len="sm"/>
            </a:ln>
          </a:top>
          <a:bottom>
            <a:ln w="9525" cap="flat" cmpd="sng">
              <a:solidFill>
                <a:srgbClr val="000000"/>
              </a:solidFill>
              <a:prstDash val="solid"/>
              <a:round/>
              <a:headEnd type="none" w="sm" len="sm"/>
              <a:tailEnd type="none" w="sm" len="sm"/>
            </a:ln>
          </a:bottom>
          <a:insideH>
            <a:ln w="9525" cap="flat" cmpd="sng">
              <a:solidFill>
                <a:srgbClr val="000000"/>
              </a:solidFill>
              <a:prstDash val="solid"/>
              <a:round/>
              <a:headEnd type="none" w="sm" len="sm"/>
              <a:tailEnd type="none" w="sm" len="sm"/>
            </a:ln>
          </a:insideH>
          <a:insideV>
            <a:ln w="9525" cap="flat" cmpd="sng">
              <a:solidFill>
                <a:srgbClr val="000000"/>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88" d="100"/>
          <a:sy n="88" d="100"/>
        </p:scale>
        <p:origin x="792"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4.fntdata"/><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3.fntdata"/><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7.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2.fntdata"/><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1.fntdata"/><Relationship Id="rId28" Type="http://schemas.openxmlformats.org/officeDocument/2006/relationships/font" Target="fonts/font6.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 Id="rId27" Type="http://schemas.openxmlformats.org/officeDocument/2006/relationships/font" Target="fonts/font5.fntdata"/><Relationship Id="rId30" Type="http://schemas.openxmlformats.org/officeDocument/2006/relationships/font" Target="fonts/font8.fntdata"/><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175"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317500">
              <a:spcBef>
                <a:spcPts val="0"/>
              </a:spcBef>
              <a:spcAft>
                <a:spcPts val="0"/>
              </a:spcAft>
              <a:buSzPts val="1400"/>
              <a:buChar char="●"/>
              <a:defRPr sz="1100"/>
            </a:lvl1pPr>
            <a:lvl2pPr marL="914400" lvl="1" indent="-317500">
              <a:spcBef>
                <a:spcPts val="0"/>
              </a:spcBef>
              <a:spcAft>
                <a:spcPts val="0"/>
              </a:spcAft>
              <a:buSzPts val="1400"/>
              <a:buChar char="○"/>
              <a:defRPr sz="1100"/>
            </a:lvl2pPr>
            <a:lvl3pPr marL="1371600" lvl="2" indent="-317500">
              <a:spcBef>
                <a:spcPts val="0"/>
              </a:spcBef>
              <a:spcAft>
                <a:spcPts val="0"/>
              </a:spcAft>
              <a:buSzPts val="1400"/>
              <a:buChar char="■"/>
              <a:defRPr sz="1100"/>
            </a:lvl3pPr>
            <a:lvl4pPr marL="1828800" lvl="3" indent="-317500">
              <a:spcBef>
                <a:spcPts val="0"/>
              </a:spcBef>
              <a:spcAft>
                <a:spcPts val="0"/>
              </a:spcAft>
              <a:buSzPts val="1400"/>
              <a:buChar char="●"/>
              <a:defRPr sz="1100"/>
            </a:lvl4pPr>
            <a:lvl5pPr marL="2286000" lvl="4" indent="-317500">
              <a:spcBef>
                <a:spcPts val="0"/>
              </a:spcBef>
              <a:spcAft>
                <a:spcPts val="0"/>
              </a:spcAft>
              <a:buSzPts val="1400"/>
              <a:buChar char="○"/>
              <a:defRPr sz="1100"/>
            </a:lvl5pPr>
            <a:lvl6pPr marL="2743200" lvl="5" indent="-317500">
              <a:spcBef>
                <a:spcPts val="0"/>
              </a:spcBef>
              <a:spcAft>
                <a:spcPts val="0"/>
              </a:spcAft>
              <a:buSzPts val="1400"/>
              <a:buChar char="■"/>
              <a:defRPr sz="1100"/>
            </a:lvl6pPr>
            <a:lvl7pPr marL="3200400" lvl="6" indent="-317500">
              <a:spcBef>
                <a:spcPts val="0"/>
              </a:spcBef>
              <a:spcAft>
                <a:spcPts val="0"/>
              </a:spcAft>
              <a:buSzPts val="1400"/>
              <a:buChar char="●"/>
              <a:defRPr sz="1100"/>
            </a:lvl7pPr>
            <a:lvl8pPr marL="3657600" lvl="7" indent="-317500">
              <a:spcBef>
                <a:spcPts val="0"/>
              </a:spcBef>
              <a:spcAft>
                <a:spcPts val="0"/>
              </a:spcAft>
              <a:buSzPts val="1400"/>
              <a:buChar char="○"/>
              <a:defRPr sz="1100"/>
            </a:lvl8pPr>
            <a:lvl9pPr marL="4114800" lvl="8" indent="-317500">
              <a:spcBef>
                <a:spcPts val="0"/>
              </a:spcBef>
              <a:spcAft>
                <a:spcPts val="0"/>
              </a:spcAft>
              <a:buSzPts val="1400"/>
              <a:buChar char="■"/>
              <a:defRPr sz="1100"/>
            </a:lvl9pPr>
          </a:lstStyle>
          <a:p>
            <a:endParaRPr/>
          </a:p>
        </p:txBody>
      </p:sp>
    </p:spTree>
    <p:extLst>
      <p:ext uri="{BB962C8B-B14F-4D97-AF65-F5344CB8AC3E}">
        <p14:creationId xmlns:p14="http://schemas.microsoft.com/office/powerpoint/2010/main" val="198515321"/>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p:cNvGrpSpPr/>
        <p:nvPr/>
      </p:nvGrpSpPr>
      <p:grpSpPr>
        <a:xfrm>
          <a:off x="0" y="0"/>
          <a:ext cx="0" cy="0"/>
          <a:chOff x="0" y="0"/>
          <a:chExt cx="0" cy="0"/>
        </a:xfrm>
      </p:grpSpPr>
      <p:sp>
        <p:nvSpPr>
          <p:cNvPr id="58" name="Google Shape;58;g35f391192_0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9" name="Google Shape;59;g35f391192_0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69448342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
        <p:cNvGrpSpPr/>
        <p:nvPr/>
      </p:nvGrpSpPr>
      <p:grpSpPr>
        <a:xfrm>
          <a:off x="0" y="0"/>
          <a:ext cx="0" cy="0"/>
          <a:chOff x="0" y="0"/>
          <a:chExt cx="0" cy="0"/>
        </a:xfrm>
      </p:grpSpPr>
      <p:sp>
        <p:nvSpPr>
          <p:cNvPr id="63" name="Google Shape;63;g3606f1c2d_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4" name="Google Shape;64;g3606f1c2d_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03917962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
        <p:cNvGrpSpPr/>
        <p:nvPr/>
      </p:nvGrpSpPr>
      <p:grpSpPr>
        <a:xfrm>
          <a:off x="0" y="0"/>
          <a:ext cx="0" cy="0"/>
          <a:chOff x="0" y="0"/>
          <a:chExt cx="0" cy="0"/>
        </a:xfrm>
      </p:grpSpPr>
      <p:sp>
        <p:nvSpPr>
          <p:cNvPr id="72" name="Google Shape;72;g35f391192_0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3" name="Google Shape;73;g35f391192_0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92022177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7"/>
        <p:cNvGrpSpPr/>
        <p:nvPr/>
      </p:nvGrpSpPr>
      <p:grpSpPr>
        <a:xfrm>
          <a:off x="0" y="0"/>
          <a:ext cx="0" cy="0"/>
          <a:chOff x="0" y="0"/>
          <a:chExt cx="0" cy="0"/>
        </a:xfrm>
      </p:grpSpPr>
      <p:sp>
        <p:nvSpPr>
          <p:cNvPr id="118" name="Google Shape;118;g35f391192_01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9" name="Google Shape;119;g35f391192_01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70248260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5"/>
        <p:cNvGrpSpPr/>
        <p:nvPr/>
      </p:nvGrpSpPr>
      <p:grpSpPr>
        <a:xfrm>
          <a:off x="0" y="0"/>
          <a:ext cx="0" cy="0"/>
          <a:chOff x="0" y="0"/>
          <a:chExt cx="0" cy="0"/>
        </a:xfrm>
      </p:grpSpPr>
      <p:sp>
        <p:nvSpPr>
          <p:cNvPr id="126" name="Google Shape;126;g35f391192_04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7" name="Google Shape;127;g35f391192_04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11670219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5"/>
        <p:cNvGrpSpPr/>
        <p:nvPr/>
      </p:nvGrpSpPr>
      <p:grpSpPr>
        <a:xfrm>
          <a:off x="0" y="0"/>
          <a:ext cx="0" cy="0"/>
          <a:chOff x="0" y="0"/>
          <a:chExt cx="0" cy="0"/>
        </a:xfrm>
      </p:grpSpPr>
      <p:sp>
        <p:nvSpPr>
          <p:cNvPr id="126" name="Google Shape;126;g35f391192_04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7" name="Google Shape;127;g35f391192_04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79842107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4" name="Google Shape;94;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58776643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4" name="Google Shape;94;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48610862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4" name="Google Shape;94;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54225590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4" name="Google Shape;94;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81552686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4" name="Google Shape;94;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23543180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4" name="Google Shape;94;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6197662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4" name="Google Shape;94;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00311626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4" name="Google Shape;94;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37236584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4" name="Google Shape;94;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81432867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
        <p:cNvGrpSpPr/>
        <p:nvPr/>
      </p:nvGrpSpPr>
      <p:grpSpPr>
        <a:xfrm>
          <a:off x="0" y="0"/>
          <a:ext cx="0" cy="0"/>
          <a:chOff x="0" y="0"/>
          <a:chExt cx="0" cy="0"/>
        </a:xfrm>
      </p:grpSpPr>
      <p:sp>
        <p:nvSpPr>
          <p:cNvPr id="100" name="Google Shape;100;g35ed75ccf_0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1" name="Google Shape;101;g35ed75ccf_0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65050665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4" name="Google Shape;94;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69215608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4" name="Google Shape;94;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57306827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4" name="Google Shape;94;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94445005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4" name="Google Shape;94;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339096363"/>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type="title">
  <p:cSld name="TITLE">
    <p:bg>
      <p:bgPr>
        <a:solidFill>
          <a:schemeClr val="accent1"/>
        </a:solidFill>
        <a:effectLst/>
      </p:bgPr>
    </p:bg>
    <p:spTree>
      <p:nvGrpSpPr>
        <p:cNvPr id="1" name="Shape 9"/>
        <p:cNvGrpSpPr/>
        <p:nvPr/>
      </p:nvGrpSpPr>
      <p:grpSpPr>
        <a:xfrm>
          <a:off x="0" y="0"/>
          <a:ext cx="0" cy="0"/>
          <a:chOff x="0" y="0"/>
          <a:chExt cx="0" cy="0"/>
        </a:xfrm>
      </p:grpSpPr>
      <p:pic>
        <p:nvPicPr>
          <p:cNvPr id="10" name="Google Shape;10;p2" descr="aemelia_icons.png"/>
          <p:cNvPicPr preferRelativeResize="0"/>
          <p:nvPr/>
        </p:nvPicPr>
        <p:blipFill rotWithShape="1">
          <a:blip r:embed="rId2">
            <a:alphaModFix amt="40000"/>
          </a:blip>
          <a:srcRect t="30860" b="30860"/>
          <a:stretch/>
        </p:blipFill>
        <p:spPr>
          <a:xfrm>
            <a:off x="0" y="-2"/>
            <a:ext cx="9144000" cy="1968874"/>
          </a:xfrm>
          <a:prstGeom prst="rect">
            <a:avLst/>
          </a:prstGeom>
          <a:noFill/>
          <a:ln>
            <a:noFill/>
          </a:ln>
        </p:spPr>
      </p:pic>
      <p:sp>
        <p:nvSpPr>
          <p:cNvPr id="11" name="Google Shape;11;p2"/>
          <p:cNvSpPr txBox="1">
            <a:spLocks noGrp="1"/>
          </p:cNvSpPr>
          <p:nvPr>
            <p:ph type="ctrTitle"/>
          </p:nvPr>
        </p:nvSpPr>
        <p:spPr>
          <a:xfrm>
            <a:off x="2786525" y="1968875"/>
            <a:ext cx="5859600" cy="2766300"/>
          </a:xfrm>
          <a:prstGeom prst="rect">
            <a:avLst/>
          </a:prstGeom>
        </p:spPr>
        <p:txBody>
          <a:bodyPr spcFirstLastPara="1" wrap="square" lIns="91425" tIns="91425" rIns="91425" bIns="91425" anchor="b" anchorCtr="0">
            <a:noAutofit/>
          </a:bodyPr>
          <a:lstStyle>
            <a:lvl1pPr lvl="0" algn="r">
              <a:spcBef>
                <a:spcPts val="0"/>
              </a:spcBef>
              <a:spcAft>
                <a:spcPts val="0"/>
              </a:spcAft>
              <a:buSzPts val="4800"/>
              <a:buNone/>
              <a:defRPr sz="4800"/>
            </a:lvl1pPr>
            <a:lvl2pPr lvl="1" algn="ctr">
              <a:spcBef>
                <a:spcPts val="0"/>
              </a:spcBef>
              <a:spcAft>
                <a:spcPts val="0"/>
              </a:spcAft>
              <a:buSzPts val="4800"/>
              <a:buNone/>
              <a:defRPr sz="4800"/>
            </a:lvl2pPr>
            <a:lvl3pPr lvl="2" algn="ctr">
              <a:spcBef>
                <a:spcPts val="0"/>
              </a:spcBef>
              <a:spcAft>
                <a:spcPts val="0"/>
              </a:spcAft>
              <a:buSzPts val="4800"/>
              <a:buNone/>
              <a:defRPr sz="4800"/>
            </a:lvl3pPr>
            <a:lvl4pPr lvl="3" algn="ctr">
              <a:spcBef>
                <a:spcPts val="0"/>
              </a:spcBef>
              <a:spcAft>
                <a:spcPts val="0"/>
              </a:spcAft>
              <a:buSzPts val="4800"/>
              <a:buNone/>
              <a:defRPr sz="4800"/>
            </a:lvl4pPr>
            <a:lvl5pPr lvl="4" algn="ctr">
              <a:spcBef>
                <a:spcPts val="0"/>
              </a:spcBef>
              <a:spcAft>
                <a:spcPts val="0"/>
              </a:spcAft>
              <a:buSzPts val="4800"/>
              <a:buNone/>
              <a:defRPr sz="4800"/>
            </a:lvl5pPr>
            <a:lvl6pPr lvl="5" algn="ctr">
              <a:spcBef>
                <a:spcPts val="0"/>
              </a:spcBef>
              <a:spcAft>
                <a:spcPts val="0"/>
              </a:spcAft>
              <a:buSzPts val="4800"/>
              <a:buNone/>
              <a:defRPr sz="4800"/>
            </a:lvl6pPr>
            <a:lvl7pPr lvl="6" algn="ctr">
              <a:spcBef>
                <a:spcPts val="0"/>
              </a:spcBef>
              <a:spcAft>
                <a:spcPts val="0"/>
              </a:spcAft>
              <a:buSzPts val="4800"/>
              <a:buNone/>
              <a:defRPr sz="4800"/>
            </a:lvl7pPr>
            <a:lvl8pPr lvl="7" algn="ctr">
              <a:spcBef>
                <a:spcPts val="0"/>
              </a:spcBef>
              <a:spcAft>
                <a:spcPts val="0"/>
              </a:spcAft>
              <a:buSzPts val="4800"/>
              <a:buNone/>
              <a:defRPr sz="4800"/>
            </a:lvl8pPr>
            <a:lvl9pPr lvl="8" algn="ctr">
              <a:spcBef>
                <a:spcPts val="0"/>
              </a:spcBef>
              <a:spcAft>
                <a:spcPts val="0"/>
              </a:spcAft>
              <a:buSzPts val="4800"/>
              <a:buNone/>
              <a:defRPr sz="4800"/>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 1 column" type="tx">
  <p:cSld name="TITLE_AND_BODY">
    <p:bg>
      <p:bgPr>
        <a:solidFill>
          <a:schemeClr val="accent1"/>
        </a:solidFill>
        <a:effectLst/>
      </p:bgPr>
    </p:bg>
    <p:spTree>
      <p:nvGrpSpPr>
        <p:cNvPr id="1" name="Shape 21"/>
        <p:cNvGrpSpPr/>
        <p:nvPr/>
      </p:nvGrpSpPr>
      <p:grpSpPr>
        <a:xfrm>
          <a:off x="0" y="0"/>
          <a:ext cx="0" cy="0"/>
          <a:chOff x="0" y="0"/>
          <a:chExt cx="0" cy="0"/>
        </a:xfrm>
      </p:grpSpPr>
      <p:pic>
        <p:nvPicPr>
          <p:cNvPr id="22" name="Google Shape;22;p5" descr="aemelia_icons.png"/>
          <p:cNvPicPr preferRelativeResize="0"/>
          <p:nvPr/>
        </p:nvPicPr>
        <p:blipFill rotWithShape="1">
          <a:blip r:embed="rId2">
            <a:alphaModFix amt="20000"/>
          </a:blip>
          <a:srcRect l="38542" r="38544"/>
          <a:stretch/>
        </p:blipFill>
        <p:spPr>
          <a:xfrm>
            <a:off x="0" y="0"/>
            <a:ext cx="2095200" cy="5143500"/>
          </a:xfrm>
          <a:prstGeom prst="rect">
            <a:avLst/>
          </a:prstGeom>
          <a:noFill/>
          <a:ln>
            <a:noFill/>
          </a:ln>
        </p:spPr>
      </p:pic>
      <p:sp>
        <p:nvSpPr>
          <p:cNvPr id="23" name="Google Shape;23;p5"/>
          <p:cNvSpPr/>
          <p:nvPr/>
        </p:nvSpPr>
        <p:spPr>
          <a:xfrm flipH="1">
            <a:off x="2095200" y="0"/>
            <a:ext cx="7048800" cy="5143200"/>
          </a:xfrm>
          <a:prstGeom prst="rect">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FFFFFF"/>
              </a:solidFill>
            </a:endParaRPr>
          </a:p>
        </p:txBody>
      </p:sp>
      <p:sp>
        <p:nvSpPr>
          <p:cNvPr id="24" name="Google Shape;24;p5"/>
          <p:cNvSpPr txBox="1">
            <a:spLocks noGrp="1"/>
          </p:cNvSpPr>
          <p:nvPr>
            <p:ph type="title"/>
          </p:nvPr>
        </p:nvSpPr>
        <p:spPr>
          <a:xfrm>
            <a:off x="203875" y="1626750"/>
            <a:ext cx="1712400" cy="857400"/>
          </a:xfrm>
          <a:prstGeom prst="rect">
            <a:avLst/>
          </a:prstGeom>
        </p:spPr>
        <p:txBody>
          <a:bodyPr spcFirstLastPara="1" wrap="square" lIns="91425" tIns="91425" rIns="91425" bIns="91425" anchor="t" anchorCtr="0">
            <a:noAutofit/>
          </a:bodyPr>
          <a:lstStyle>
            <a:lvl1pPr lvl="0">
              <a:spcBef>
                <a:spcPts val="0"/>
              </a:spcBef>
              <a:spcAft>
                <a:spcPts val="0"/>
              </a:spcAft>
              <a:buSzPts val="1800"/>
              <a:buNone/>
              <a:defRPr/>
            </a:lvl1pPr>
            <a:lvl2pPr lvl="1">
              <a:spcBef>
                <a:spcPts val="0"/>
              </a:spcBef>
              <a:spcAft>
                <a:spcPts val="0"/>
              </a:spcAft>
              <a:buSzPts val="1800"/>
              <a:buNone/>
              <a:defRPr/>
            </a:lvl2pPr>
            <a:lvl3pPr lvl="2">
              <a:spcBef>
                <a:spcPts val="0"/>
              </a:spcBef>
              <a:spcAft>
                <a:spcPts val="0"/>
              </a:spcAft>
              <a:buSzPts val="1800"/>
              <a:buNone/>
              <a:defRPr/>
            </a:lvl3pPr>
            <a:lvl4pPr lvl="3">
              <a:spcBef>
                <a:spcPts val="0"/>
              </a:spcBef>
              <a:spcAft>
                <a:spcPts val="0"/>
              </a:spcAft>
              <a:buSzPts val="1800"/>
              <a:buNone/>
              <a:defRPr/>
            </a:lvl4pPr>
            <a:lvl5pPr lvl="4">
              <a:spcBef>
                <a:spcPts val="0"/>
              </a:spcBef>
              <a:spcAft>
                <a:spcPts val="0"/>
              </a:spcAft>
              <a:buSzPts val="1800"/>
              <a:buNone/>
              <a:defRPr/>
            </a:lvl5pPr>
            <a:lvl6pPr lvl="5">
              <a:spcBef>
                <a:spcPts val="0"/>
              </a:spcBef>
              <a:spcAft>
                <a:spcPts val="0"/>
              </a:spcAft>
              <a:buSzPts val="1800"/>
              <a:buNone/>
              <a:defRPr/>
            </a:lvl6pPr>
            <a:lvl7pPr lvl="6">
              <a:spcBef>
                <a:spcPts val="0"/>
              </a:spcBef>
              <a:spcAft>
                <a:spcPts val="0"/>
              </a:spcAft>
              <a:buSzPts val="1800"/>
              <a:buNone/>
              <a:defRPr/>
            </a:lvl7pPr>
            <a:lvl8pPr lvl="7">
              <a:spcBef>
                <a:spcPts val="0"/>
              </a:spcBef>
              <a:spcAft>
                <a:spcPts val="0"/>
              </a:spcAft>
              <a:buSzPts val="1800"/>
              <a:buNone/>
              <a:defRPr/>
            </a:lvl8pPr>
            <a:lvl9pPr lvl="8">
              <a:spcBef>
                <a:spcPts val="0"/>
              </a:spcBef>
              <a:spcAft>
                <a:spcPts val="0"/>
              </a:spcAft>
              <a:buSzPts val="1800"/>
              <a:buNone/>
              <a:defRPr/>
            </a:lvl9pPr>
          </a:lstStyle>
          <a:p>
            <a:endParaRPr/>
          </a:p>
        </p:txBody>
      </p:sp>
      <p:sp>
        <p:nvSpPr>
          <p:cNvPr id="25" name="Google Shape;25;p5"/>
          <p:cNvSpPr txBox="1">
            <a:spLocks noGrp="1"/>
          </p:cNvSpPr>
          <p:nvPr>
            <p:ph type="body" idx="1"/>
          </p:nvPr>
        </p:nvSpPr>
        <p:spPr>
          <a:xfrm>
            <a:off x="2874625" y="275339"/>
            <a:ext cx="5562000" cy="4428300"/>
          </a:xfrm>
          <a:prstGeom prst="rect">
            <a:avLst/>
          </a:prstGeom>
        </p:spPr>
        <p:txBody>
          <a:bodyPr spcFirstLastPara="1" wrap="square" lIns="91425" tIns="91425" rIns="91425" bIns="91425" anchor="t" anchorCtr="0">
            <a:noAutofit/>
          </a:bodyPr>
          <a:lstStyle>
            <a:lvl1pPr marL="457200" lvl="0" indent="-419100">
              <a:spcBef>
                <a:spcPts val="600"/>
              </a:spcBef>
              <a:spcAft>
                <a:spcPts val="0"/>
              </a:spcAft>
              <a:buClr>
                <a:srgbClr val="6FA8DC"/>
              </a:buClr>
              <a:buSzPts val="3000"/>
              <a:buChar char="▸"/>
              <a:defRPr/>
            </a:lvl1pPr>
            <a:lvl2pPr marL="914400" lvl="1" indent="-381000">
              <a:spcBef>
                <a:spcPts val="0"/>
              </a:spcBef>
              <a:spcAft>
                <a:spcPts val="0"/>
              </a:spcAft>
              <a:buClr>
                <a:srgbClr val="6FA8DC"/>
              </a:buClr>
              <a:buSzPts val="2400"/>
              <a:buChar char="▹"/>
              <a:defRPr/>
            </a:lvl2pPr>
            <a:lvl3pPr marL="1371600" lvl="2" indent="-381000">
              <a:spcBef>
                <a:spcPts val="0"/>
              </a:spcBef>
              <a:spcAft>
                <a:spcPts val="0"/>
              </a:spcAft>
              <a:buClr>
                <a:srgbClr val="6FA8DC"/>
              </a:buClr>
              <a:buSzPts val="2400"/>
              <a:buChar char="■"/>
              <a:defRPr/>
            </a:lvl3pPr>
            <a:lvl4pPr marL="1828800" lvl="3" indent="-342900">
              <a:spcBef>
                <a:spcPts val="0"/>
              </a:spcBef>
              <a:spcAft>
                <a:spcPts val="0"/>
              </a:spcAft>
              <a:buClr>
                <a:srgbClr val="6FA8DC"/>
              </a:buClr>
              <a:buSzPts val="1800"/>
              <a:buChar char="●"/>
              <a:defRPr/>
            </a:lvl4pPr>
            <a:lvl5pPr marL="2286000" lvl="4" indent="-342900">
              <a:spcBef>
                <a:spcPts val="0"/>
              </a:spcBef>
              <a:spcAft>
                <a:spcPts val="0"/>
              </a:spcAft>
              <a:buSzPts val="1800"/>
              <a:buChar char="○"/>
              <a:defRPr/>
            </a:lvl5pPr>
            <a:lvl6pPr marL="2743200" lvl="5" indent="-342900">
              <a:spcBef>
                <a:spcPts val="0"/>
              </a:spcBef>
              <a:spcAft>
                <a:spcPts val="0"/>
              </a:spcAft>
              <a:buSzPts val="1800"/>
              <a:buChar char="■"/>
              <a:defRPr/>
            </a:lvl6pPr>
            <a:lvl7pPr marL="3200400" lvl="6" indent="-342900">
              <a:spcBef>
                <a:spcPts val="0"/>
              </a:spcBef>
              <a:spcAft>
                <a:spcPts val="0"/>
              </a:spcAft>
              <a:buSzPts val="1800"/>
              <a:buChar char="●"/>
              <a:defRPr/>
            </a:lvl7pPr>
            <a:lvl8pPr marL="3657600" lvl="7" indent="-342900">
              <a:spcBef>
                <a:spcPts val="0"/>
              </a:spcBef>
              <a:spcAft>
                <a:spcPts val="0"/>
              </a:spcAft>
              <a:buSzPts val="1800"/>
              <a:buChar char="○"/>
              <a:defRPr/>
            </a:lvl8pPr>
            <a:lvl9pPr marL="4114800" lvl="8" indent="-342900">
              <a:spcBef>
                <a:spcPts val="0"/>
              </a:spcBef>
              <a:spcAft>
                <a:spcPts val="0"/>
              </a:spcAft>
              <a:buSzPts val="1800"/>
              <a:buChar char="■"/>
              <a:defRPr/>
            </a:lvl9pPr>
          </a:lstStyle>
          <a:p>
            <a:endParaRPr/>
          </a:p>
        </p:txBody>
      </p:sp>
      <p:sp>
        <p:nvSpPr>
          <p:cNvPr id="26" name="Google Shape;26;p5"/>
          <p:cNvSpPr txBox="1">
            <a:spLocks noGrp="1"/>
          </p:cNvSpPr>
          <p:nvPr>
            <p:ph type="sldNum" idx="12"/>
          </p:nvPr>
        </p:nvSpPr>
        <p:spPr>
          <a:xfrm>
            <a:off x="109075" y="146024"/>
            <a:ext cx="1807200" cy="12528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l"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 2 columns" type="twoColTx">
  <p:cSld name="TITLE_AND_TWO_COLUMNS">
    <p:bg>
      <p:bgPr>
        <a:solidFill>
          <a:schemeClr val="accent1"/>
        </a:solidFill>
        <a:effectLst/>
      </p:bgPr>
    </p:bg>
    <p:spTree>
      <p:nvGrpSpPr>
        <p:cNvPr id="1" name="Shape 27"/>
        <p:cNvGrpSpPr/>
        <p:nvPr/>
      </p:nvGrpSpPr>
      <p:grpSpPr>
        <a:xfrm>
          <a:off x="0" y="0"/>
          <a:ext cx="0" cy="0"/>
          <a:chOff x="0" y="0"/>
          <a:chExt cx="0" cy="0"/>
        </a:xfrm>
      </p:grpSpPr>
      <p:pic>
        <p:nvPicPr>
          <p:cNvPr id="28" name="Google Shape;28;p6" descr="aemelia_icons.png"/>
          <p:cNvPicPr preferRelativeResize="0"/>
          <p:nvPr/>
        </p:nvPicPr>
        <p:blipFill rotWithShape="1">
          <a:blip r:embed="rId2">
            <a:alphaModFix amt="20000"/>
          </a:blip>
          <a:srcRect l="38542" r="38544"/>
          <a:stretch/>
        </p:blipFill>
        <p:spPr>
          <a:xfrm>
            <a:off x="0" y="0"/>
            <a:ext cx="2095200" cy="5143500"/>
          </a:xfrm>
          <a:prstGeom prst="rect">
            <a:avLst/>
          </a:prstGeom>
          <a:noFill/>
          <a:ln>
            <a:noFill/>
          </a:ln>
        </p:spPr>
      </p:pic>
      <p:sp>
        <p:nvSpPr>
          <p:cNvPr id="29" name="Google Shape;29;p6"/>
          <p:cNvSpPr/>
          <p:nvPr/>
        </p:nvSpPr>
        <p:spPr>
          <a:xfrm flipH="1">
            <a:off x="2095200" y="0"/>
            <a:ext cx="7048800" cy="5143200"/>
          </a:xfrm>
          <a:prstGeom prst="rect">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FFFFFF"/>
              </a:solidFill>
            </a:endParaRPr>
          </a:p>
        </p:txBody>
      </p:sp>
      <p:sp>
        <p:nvSpPr>
          <p:cNvPr id="30" name="Google Shape;30;p6"/>
          <p:cNvSpPr txBox="1">
            <a:spLocks noGrp="1"/>
          </p:cNvSpPr>
          <p:nvPr>
            <p:ph type="title"/>
          </p:nvPr>
        </p:nvSpPr>
        <p:spPr>
          <a:xfrm>
            <a:off x="203875" y="1626750"/>
            <a:ext cx="1712400" cy="857400"/>
          </a:xfrm>
          <a:prstGeom prst="rect">
            <a:avLst/>
          </a:prstGeom>
        </p:spPr>
        <p:txBody>
          <a:bodyPr spcFirstLastPara="1" wrap="square" lIns="91425" tIns="91425" rIns="91425" bIns="91425" anchor="t" anchorCtr="0">
            <a:noAutofit/>
          </a:bodyPr>
          <a:lstStyle>
            <a:lvl1pPr lvl="0">
              <a:spcBef>
                <a:spcPts val="0"/>
              </a:spcBef>
              <a:spcAft>
                <a:spcPts val="0"/>
              </a:spcAft>
              <a:buSzPts val="1800"/>
              <a:buNone/>
              <a:defRPr/>
            </a:lvl1pPr>
            <a:lvl2pPr lvl="1">
              <a:spcBef>
                <a:spcPts val="0"/>
              </a:spcBef>
              <a:spcAft>
                <a:spcPts val="0"/>
              </a:spcAft>
              <a:buSzPts val="1800"/>
              <a:buNone/>
              <a:defRPr/>
            </a:lvl2pPr>
            <a:lvl3pPr lvl="2">
              <a:spcBef>
                <a:spcPts val="0"/>
              </a:spcBef>
              <a:spcAft>
                <a:spcPts val="0"/>
              </a:spcAft>
              <a:buSzPts val="1800"/>
              <a:buNone/>
              <a:defRPr/>
            </a:lvl3pPr>
            <a:lvl4pPr lvl="3">
              <a:spcBef>
                <a:spcPts val="0"/>
              </a:spcBef>
              <a:spcAft>
                <a:spcPts val="0"/>
              </a:spcAft>
              <a:buSzPts val="1800"/>
              <a:buNone/>
              <a:defRPr/>
            </a:lvl4pPr>
            <a:lvl5pPr lvl="4">
              <a:spcBef>
                <a:spcPts val="0"/>
              </a:spcBef>
              <a:spcAft>
                <a:spcPts val="0"/>
              </a:spcAft>
              <a:buSzPts val="1800"/>
              <a:buNone/>
              <a:defRPr/>
            </a:lvl5pPr>
            <a:lvl6pPr lvl="5">
              <a:spcBef>
                <a:spcPts val="0"/>
              </a:spcBef>
              <a:spcAft>
                <a:spcPts val="0"/>
              </a:spcAft>
              <a:buSzPts val="1800"/>
              <a:buNone/>
              <a:defRPr/>
            </a:lvl6pPr>
            <a:lvl7pPr lvl="6">
              <a:spcBef>
                <a:spcPts val="0"/>
              </a:spcBef>
              <a:spcAft>
                <a:spcPts val="0"/>
              </a:spcAft>
              <a:buSzPts val="1800"/>
              <a:buNone/>
              <a:defRPr/>
            </a:lvl7pPr>
            <a:lvl8pPr lvl="7">
              <a:spcBef>
                <a:spcPts val="0"/>
              </a:spcBef>
              <a:spcAft>
                <a:spcPts val="0"/>
              </a:spcAft>
              <a:buSzPts val="1800"/>
              <a:buNone/>
              <a:defRPr/>
            </a:lvl8pPr>
            <a:lvl9pPr lvl="8">
              <a:spcBef>
                <a:spcPts val="0"/>
              </a:spcBef>
              <a:spcAft>
                <a:spcPts val="0"/>
              </a:spcAft>
              <a:buSzPts val="1800"/>
              <a:buNone/>
              <a:defRPr/>
            </a:lvl9pPr>
          </a:lstStyle>
          <a:p>
            <a:endParaRPr/>
          </a:p>
        </p:txBody>
      </p:sp>
      <p:sp>
        <p:nvSpPr>
          <p:cNvPr id="31" name="Google Shape;31;p6"/>
          <p:cNvSpPr txBox="1">
            <a:spLocks noGrp="1"/>
          </p:cNvSpPr>
          <p:nvPr>
            <p:ph type="body" idx="1"/>
          </p:nvPr>
        </p:nvSpPr>
        <p:spPr>
          <a:xfrm>
            <a:off x="2544225" y="297367"/>
            <a:ext cx="2981400" cy="4661400"/>
          </a:xfrm>
          <a:prstGeom prst="rect">
            <a:avLst/>
          </a:prstGeom>
        </p:spPr>
        <p:txBody>
          <a:bodyPr spcFirstLastPara="1" wrap="square" lIns="91425" tIns="91425" rIns="91425" bIns="91425" anchor="t" anchorCtr="0">
            <a:noAutofit/>
          </a:bodyPr>
          <a:lstStyle>
            <a:lvl1pPr marL="457200" lvl="0" indent="-381000">
              <a:spcBef>
                <a:spcPts val="600"/>
              </a:spcBef>
              <a:spcAft>
                <a:spcPts val="0"/>
              </a:spcAft>
              <a:buSzPts val="2400"/>
              <a:buChar char="▸"/>
              <a:defRPr sz="2400"/>
            </a:lvl1pPr>
            <a:lvl2pPr marL="914400" lvl="1" indent="-381000">
              <a:spcBef>
                <a:spcPts val="0"/>
              </a:spcBef>
              <a:spcAft>
                <a:spcPts val="0"/>
              </a:spcAft>
              <a:buSzPts val="2400"/>
              <a:buChar char="▹"/>
              <a:defRPr/>
            </a:lvl2pPr>
            <a:lvl3pPr marL="1371600" lvl="2" indent="-381000">
              <a:spcBef>
                <a:spcPts val="0"/>
              </a:spcBef>
              <a:spcAft>
                <a:spcPts val="0"/>
              </a:spcAft>
              <a:buSzPts val="2400"/>
              <a:buChar char="■"/>
              <a:defRPr/>
            </a:lvl3pPr>
            <a:lvl4pPr marL="1828800" lvl="3" indent="-381000">
              <a:spcBef>
                <a:spcPts val="0"/>
              </a:spcBef>
              <a:spcAft>
                <a:spcPts val="0"/>
              </a:spcAft>
              <a:buSzPts val="2400"/>
              <a:buChar char="●"/>
              <a:defRPr sz="2400"/>
            </a:lvl4pPr>
            <a:lvl5pPr marL="2286000" lvl="4" indent="-381000">
              <a:spcBef>
                <a:spcPts val="0"/>
              </a:spcBef>
              <a:spcAft>
                <a:spcPts val="0"/>
              </a:spcAft>
              <a:buSzPts val="2400"/>
              <a:buChar char="○"/>
              <a:defRPr sz="2400"/>
            </a:lvl5pPr>
            <a:lvl6pPr marL="2743200" lvl="5" indent="-381000">
              <a:spcBef>
                <a:spcPts val="0"/>
              </a:spcBef>
              <a:spcAft>
                <a:spcPts val="0"/>
              </a:spcAft>
              <a:buSzPts val="2400"/>
              <a:buChar char="■"/>
              <a:defRPr sz="2400"/>
            </a:lvl6pPr>
            <a:lvl7pPr marL="3200400" lvl="6" indent="-381000">
              <a:spcBef>
                <a:spcPts val="0"/>
              </a:spcBef>
              <a:spcAft>
                <a:spcPts val="0"/>
              </a:spcAft>
              <a:buSzPts val="2400"/>
              <a:buChar char="●"/>
              <a:defRPr sz="2400"/>
            </a:lvl7pPr>
            <a:lvl8pPr marL="3657600" lvl="7" indent="-381000">
              <a:spcBef>
                <a:spcPts val="0"/>
              </a:spcBef>
              <a:spcAft>
                <a:spcPts val="0"/>
              </a:spcAft>
              <a:buSzPts val="2400"/>
              <a:buChar char="○"/>
              <a:defRPr sz="2400"/>
            </a:lvl8pPr>
            <a:lvl9pPr marL="4114800" lvl="8" indent="-381000">
              <a:spcBef>
                <a:spcPts val="0"/>
              </a:spcBef>
              <a:spcAft>
                <a:spcPts val="0"/>
              </a:spcAft>
              <a:buSzPts val="2400"/>
              <a:buChar char="■"/>
              <a:defRPr sz="2400"/>
            </a:lvl9pPr>
          </a:lstStyle>
          <a:p>
            <a:endParaRPr/>
          </a:p>
        </p:txBody>
      </p:sp>
      <p:sp>
        <p:nvSpPr>
          <p:cNvPr id="32" name="Google Shape;32;p6"/>
          <p:cNvSpPr txBox="1">
            <a:spLocks noGrp="1"/>
          </p:cNvSpPr>
          <p:nvPr>
            <p:ph type="body" idx="2"/>
          </p:nvPr>
        </p:nvSpPr>
        <p:spPr>
          <a:xfrm>
            <a:off x="5705276" y="297367"/>
            <a:ext cx="2981400" cy="4661400"/>
          </a:xfrm>
          <a:prstGeom prst="rect">
            <a:avLst/>
          </a:prstGeom>
        </p:spPr>
        <p:txBody>
          <a:bodyPr spcFirstLastPara="1" wrap="square" lIns="91425" tIns="91425" rIns="91425" bIns="91425" anchor="t" anchorCtr="0">
            <a:noAutofit/>
          </a:bodyPr>
          <a:lstStyle>
            <a:lvl1pPr marL="457200" lvl="0" indent="-381000">
              <a:spcBef>
                <a:spcPts val="600"/>
              </a:spcBef>
              <a:spcAft>
                <a:spcPts val="0"/>
              </a:spcAft>
              <a:buSzPts val="2400"/>
              <a:buChar char="▸"/>
              <a:defRPr sz="2400"/>
            </a:lvl1pPr>
            <a:lvl2pPr marL="914400" lvl="1" indent="-381000">
              <a:spcBef>
                <a:spcPts val="0"/>
              </a:spcBef>
              <a:spcAft>
                <a:spcPts val="0"/>
              </a:spcAft>
              <a:buSzPts val="2400"/>
              <a:buChar char="▹"/>
              <a:defRPr/>
            </a:lvl2pPr>
            <a:lvl3pPr marL="1371600" lvl="2" indent="-381000">
              <a:spcBef>
                <a:spcPts val="0"/>
              </a:spcBef>
              <a:spcAft>
                <a:spcPts val="0"/>
              </a:spcAft>
              <a:buSzPts val="2400"/>
              <a:buChar char="■"/>
              <a:defRPr/>
            </a:lvl3pPr>
            <a:lvl4pPr marL="1828800" lvl="3" indent="-381000">
              <a:spcBef>
                <a:spcPts val="0"/>
              </a:spcBef>
              <a:spcAft>
                <a:spcPts val="0"/>
              </a:spcAft>
              <a:buSzPts val="2400"/>
              <a:buChar char="●"/>
              <a:defRPr sz="2400"/>
            </a:lvl4pPr>
            <a:lvl5pPr marL="2286000" lvl="4" indent="-381000">
              <a:spcBef>
                <a:spcPts val="0"/>
              </a:spcBef>
              <a:spcAft>
                <a:spcPts val="0"/>
              </a:spcAft>
              <a:buSzPts val="2400"/>
              <a:buChar char="○"/>
              <a:defRPr sz="2400"/>
            </a:lvl5pPr>
            <a:lvl6pPr marL="2743200" lvl="5" indent="-381000">
              <a:spcBef>
                <a:spcPts val="0"/>
              </a:spcBef>
              <a:spcAft>
                <a:spcPts val="0"/>
              </a:spcAft>
              <a:buSzPts val="2400"/>
              <a:buChar char="■"/>
              <a:defRPr sz="2400"/>
            </a:lvl6pPr>
            <a:lvl7pPr marL="3200400" lvl="6" indent="-381000">
              <a:spcBef>
                <a:spcPts val="0"/>
              </a:spcBef>
              <a:spcAft>
                <a:spcPts val="0"/>
              </a:spcAft>
              <a:buSzPts val="2400"/>
              <a:buChar char="●"/>
              <a:defRPr sz="2400"/>
            </a:lvl7pPr>
            <a:lvl8pPr marL="3657600" lvl="7" indent="-381000">
              <a:spcBef>
                <a:spcPts val="0"/>
              </a:spcBef>
              <a:spcAft>
                <a:spcPts val="0"/>
              </a:spcAft>
              <a:buSzPts val="2400"/>
              <a:buChar char="○"/>
              <a:defRPr sz="2400"/>
            </a:lvl8pPr>
            <a:lvl9pPr marL="4114800" lvl="8" indent="-381000">
              <a:spcBef>
                <a:spcPts val="0"/>
              </a:spcBef>
              <a:spcAft>
                <a:spcPts val="0"/>
              </a:spcAft>
              <a:buSzPts val="2400"/>
              <a:buChar char="■"/>
              <a:defRPr sz="2400"/>
            </a:lvl9pPr>
          </a:lstStyle>
          <a:p>
            <a:endParaRPr/>
          </a:p>
        </p:txBody>
      </p:sp>
      <p:sp>
        <p:nvSpPr>
          <p:cNvPr id="33" name="Google Shape;33;p6"/>
          <p:cNvSpPr txBox="1">
            <a:spLocks noGrp="1"/>
          </p:cNvSpPr>
          <p:nvPr>
            <p:ph type="sldNum" idx="12"/>
          </p:nvPr>
        </p:nvSpPr>
        <p:spPr>
          <a:xfrm>
            <a:off x="109075" y="146024"/>
            <a:ext cx="1807200" cy="12528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l"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 3 columns">
  <p:cSld name="TITLE_AND_TWO_COLUMNS_1">
    <p:bg>
      <p:bgPr>
        <a:solidFill>
          <a:schemeClr val="accent1"/>
        </a:solidFill>
        <a:effectLst/>
      </p:bgPr>
    </p:bg>
    <p:spTree>
      <p:nvGrpSpPr>
        <p:cNvPr id="1" name="Shape 34"/>
        <p:cNvGrpSpPr/>
        <p:nvPr/>
      </p:nvGrpSpPr>
      <p:grpSpPr>
        <a:xfrm>
          <a:off x="0" y="0"/>
          <a:ext cx="0" cy="0"/>
          <a:chOff x="0" y="0"/>
          <a:chExt cx="0" cy="0"/>
        </a:xfrm>
      </p:grpSpPr>
      <p:pic>
        <p:nvPicPr>
          <p:cNvPr id="35" name="Google Shape;35;p7" descr="aemelia_icons.png"/>
          <p:cNvPicPr preferRelativeResize="0"/>
          <p:nvPr/>
        </p:nvPicPr>
        <p:blipFill rotWithShape="1">
          <a:blip r:embed="rId2">
            <a:alphaModFix amt="20000"/>
          </a:blip>
          <a:srcRect l="38542" r="38544"/>
          <a:stretch/>
        </p:blipFill>
        <p:spPr>
          <a:xfrm>
            <a:off x="0" y="0"/>
            <a:ext cx="2095200" cy="5143500"/>
          </a:xfrm>
          <a:prstGeom prst="rect">
            <a:avLst/>
          </a:prstGeom>
          <a:noFill/>
          <a:ln>
            <a:noFill/>
          </a:ln>
        </p:spPr>
      </p:pic>
      <p:sp>
        <p:nvSpPr>
          <p:cNvPr id="36" name="Google Shape;36;p7"/>
          <p:cNvSpPr/>
          <p:nvPr/>
        </p:nvSpPr>
        <p:spPr>
          <a:xfrm flipH="1">
            <a:off x="2095200" y="0"/>
            <a:ext cx="7048800" cy="5143500"/>
          </a:xfrm>
          <a:prstGeom prst="rect">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FFFFFF"/>
              </a:solidFill>
            </a:endParaRPr>
          </a:p>
        </p:txBody>
      </p:sp>
      <p:sp>
        <p:nvSpPr>
          <p:cNvPr id="37" name="Google Shape;37;p7"/>
          <p:cNvSpPr txBox="1">
            <a:spLocks noGrp="1"/>
          </p:cNvSpPr>
          <p:nvPr>
            <p:ph type="title"/>
          </p:nvPr>
        </p:nvSpPr>
        <p:spPr>
          <a:xfrm>
            <a:off x="203875" y="1626750"/>
            <a:ext cx="1712400" cy="857400"/>
          </a:xfrm>
          <a:prstGeom prst="rect">
            <a:avLst/>
          </a:prstGeom>
        </p:spPr>
        <p:txBody>
          <a:bodyPr spcFirstLastPara="1" wrap="square" lIns="91425" tIns="91425" rIns="91425" bIns="91425" anchor="t" anchorCtr="0">
            <a:noAutofit/>
          </a:bodyPr>
          <a:lstStyle>
            <a:lvl1pPr lvl="0" rtl="0">
              <a:spcBef>
                <a:spcPts val="0"/>
              </a:spcBef>
              <a:spcAft>
                <a:spcPts val="0"/>
              </a:spcAft>
              <a:buSzPts val="1800"/>
              <a:buNone/>
              <a:defRPr/>
            </a:lvl1pPr>
            <a:lvl2pPr lvl="1" rtl="0">
              <a:spcBef>
                <a:spcPts val="0"/>
              </a:spcBef>
              <a:spcAft>
                <a:spcPts val="0"/>
              </a:spcAft>
              <a:buSzPts val="1800"/>
              <a:buNone/>
              <a:defRPr/>
            </a:lvl2pPr>
            <a:lvl3pPr lvl="2" rtl="0">
              <a:spcBef>
                <a:spcPts val="0"/>
              </a:spcBef>
              <a:spcAft>
                <a:spcPts val="0"/>
              </a:spcAft>
              <a:buSzPts val="1800"/>
              <a:buNone/>
              <a:defRPr/>
            </a:lvl3pPr>
            <a:lvl4pPr lvl="3" rtl="0">
              <a:spcBef>
                <a:spcPts val="0"/>
              </a:spcBef>
              <a:spcAft>
                <a:spcPts val="0"/>
              </a:spcAft>
              <a:buSzPts val="1800"/>
              <a:buNone/>
              <a:defRPr/>
            </a:lvl4pPr>
            <a:lvl5pPr lvl="4" rtl="0">
              <a:spcBef>
                <a:spcPts val="0"/>
              </a:spcBef>
              <a:spcAft>
                <a:spcPts val="0"/>
              </a:spcAft>
              <a:buSzPts val="1800"/>
              <a:buNone/>
              <a:defRPr/>
            </a:lvl5pPr>
            <a:lvl6pPr lvl="5" rtl="0">
              <a:spcBef>
                <a:spcPts val="0"/>
              </a:spcBef>
              <a:spcAft>
                <a:spcPts val="0"/>
              </a:spcAft>
              <a:buSzPts val="1800"/>
              <a:buNone/>
              <a:defRPr/>
            </a:lvl6pPr>
            <a:lvl7pPr lvl="6" rtl="0">
              <a:spcBef>
                <a:spcPts val="0"/>
              </a:spcBef>
              <a:spcAft>
                <a:spcPts val="0"/>
              </a:spcAft>
              <a:buSzPts val="1800"/>
              <a:buNone/>
              <a:defRPr/>
            </a:lvl7pPr>
            <a:lvl8pPr lvl="7" rtl="0">
              <a:spcBef>
                <a:spcPts val="0"/>
              </a:spcBef>
              <a:spcAft>
                <a:spcPts val="0"/>
              </a:spcAft>
              <a:buSzPts val="1800"/>
              <a:buNone/>
              <a:defRPr/>
            </a:lvl8pPr>
            <a:lvl9pPr lvl="8" rtl="0">
              <a:spcBef>
                <a:spcPts val="0"/>
              </a:spcBef>
              <a:spcAft>
                <a:spcPts val="0"/>
              </a:spcAft>
              <a:buSzPts val="1800"/>
              <a:buNone/>
              <a:defRPr/>
            </a:lvl9pPr>
          </a:lstStyle>
          <a:p>
            <a:endParaRPr/>
          </a:p>
        </p:txBody>
      </p:sp>
      <p:sp>
        <p:nvSpPr>
          <p:cNvPr id="38" name="Google Shape;38;p7"/>
          <p:cNvSpPr txBox="1">
            <a:spLocks noGrp="1"/>
          </p:cNvSpPr>
          <p:nvPr>
            <p:ph type="body" idx="1"/>
          </p:nvPr>
        </p:nvSpPr>
        <p:spPr>
          <a:xfrm>
            <a:off x="2445100" y="275350"/>
            <a:ext cx="2066100" cy="4650600"/>
          </a:xfrm>
          <a:prstGeom prst="rect">
            <a:avLst/>
          </a:prstGeom>
        </p:spPr>
        <p:txBody>
          <a:bodyPr spcFirstLastPara="1" wrap="square" lIns="91425" tIns="91425" rIns="91425" bIns="91425" anchor="t" anchorCtr="0">
            <a:noAutofit/>
          </a:bodyPr>
          <a:lstStyle>
            <a:lvl1pPr marL="457200" lvl="0" indent="-342900" rtl="0">
              <a:spcBef>
                <a:spcPts val="600"/>
              </a:spcBef>
              <a:spcAft>
                <a:spcPts val="0"/>
              </a:spcAft>
              <a:buSzPts val="1800"/>
              <a:buChar char="▸"/>
              <a:defRPr sz="1800"/>
            </a:lvl1pPr>
            <a:lvl2pPr marL="914400" lvl="1" indent="-342900" rtl="0">
              <a:spcBef>
                <a:spcPts val="0"/>
              </a:spcBef>
              <a:spcAft>
                <a:spcPts val="0"/>
              </a:spcAft>
              <a:buSzPts val="1800"/>
              <a:buChar char="▹"/>
              <a:defRPr sz="1800"/>
            </a:lvl2pPr>
            <a:lvl3pPr marL="1371600" lvl="2" indent="-342900" rtl="0">
              <a:spcBef>
                <a:spcPts val="0"/>
              </a:spcBef>
              <a:spcAft>
                <a:spcPts val="0"/>
              </a:spcAft>
              <a:buSzPts val="1800"/>
              <a:buChar char="■"/>
              <a:defRPr sz="1800"/>
            </a:lvl3pPr>
            <a:lvl4pPr marL="1828800" lvl="3" indent="-342900" rtl="0">
              <a:spcBef>
                <a:spcPts val="0"/>
              </a:spcBef>
              <a:spcAft>
                <a:spcPts val="0"/>
              </a:spcAft>
              <a:buSzPts val="1800"/>
              <a:buChar char="●"/>
              <a:defRPr/>
            </a:lvl4pPr>
            <a:lvl5pPr marL="2286000" lvl="4" indent="-342900" rtl="0">
              <a:spcBef>
                <a:spcPts val="0"/>
              </a:spcBef>
              <a:spcAft>
                <a:spcPts val="0"/>
              </a:spcAft>
              <a:buSzPts val="1800"/>
              <a:buChar char="○"/>
              <a:defRPr/>
            </a:lvl5pPr>
            <a:lvl6pPr marL="2743200" lvl="5" indent="-342900" rtl="0">
              <a:spcBef>
                <a:spcPts val="0"/>
              </a:spcBef>
              <a:spcAft>
                <a:spcPts val="0"/>
              </a:spcAft>
              <a:buSzPts val="1800"/>
              <a:buChar char="■"/>
              <a:defRPr/>
            </a:lvl6pPr>
            <a:lvl7pPr marL="3200400" lvl="6" indent="-342900" rtl="0">
              <a:spcBef>
                <a:spcPts val="0"/>
              </a:spcBef>
              <a:spcAft>
                <a:spcPts val="0"/>
              </a:spcAft>
              <a:buSzPts val="1800"/>
              <a:buChar char="●"/>
              <a:defRPr/>
            </a:lvl7pPr>
            <a:lvl8pPr marL="3657600" lvl="7" indent="-342900" rtl="0">
              <a:spcBef>
                <a:spcPts val="0"/>
              </a:spcBef>
              <a:spcAft>
                <a:spcPts val="0"/>
              </a:spcAft>
              <a:buSzPts val="1800"/>
              <a:buChar char="○"/>
              <a:defRPr/>
            </a:lvl8pPr>
            <a:lvl9pPr marL="4114800" lvl="8" indent="-342900" rtl="0">
              <a:spcBef>
                <a:spcPts val="0"/>
              </a:spcBef>
              <a:spcAft>
                <a:spcPts val="0"/>
              </a:spcAft>
              <a:buSzPts val="1800"/>
              <a:buChar char="■"/>
              <a:defRPr/>
            </a:lvl9pPr>
          </a:lstStyle>
          <a:p>
            <a:endParaRPr/>
          </a:p>
        </p:txBody>
      </p:sp>
      <p:sp>
        <p:nvSpPr>
          <p:cNvPr id="39" name="Google Shape;39;p7"/>
          <p:cNvSpPr txBox="1">
            <a:spLocks noGrp="1"/>
          </p:cNvSpPr>
          <p:nvPr>
            <p:ph type="body" idx="2"/>
          </p:nvPr>
        </p:nvSpPr>
        <p:spPr>
          <a:xfrm>
            <a:off x="4617100" y="275350"/>
            <a:ext cx="2066100" cy="4650600"/>
          </a:xfrm>
          <a:prstGeom prst="rect">
            <a:avLst/>
          </a:prstGeom>
        </p:spPr>
        <p:txBody>
          <a:bodyPr spcFirstLastPara="1" wrap="square" lIns="91425" tIns="91425" rIns="91425" bIns="91425" anchor="t" anchorCtr="0">
            <a:noAutofit/>
          </a:bodyPr>
          <a:lstStyle>
            <a:lvl1pPr marL="457200" lvl="0" indent="-342900" rtl="0">
              <a:spcBef>
                <a:spcPts val="600"/>
              </a:spcBef>
              <a:spcAft>
                <a:spcPts val="0"/>
              </a:spcAft>
              <a:buSzPts val="1800"/>
              <a:buChar char="▸"/>
              <a:defRPr sz="1800"/>
            </a:lvl1pPr>
            <a:lvl2pPr marL="914400" lvl="1" indent="-342900" rtl="0">
              <a:spcBef>
                <a:spcPts val="0"/>
              </a:spcBef>
              <a:spcAft>
                <a:spcPts val="0"/>
              </a:spcAft>
              <a:buSzPts val="1800"/>
              <a:buChar char="▹"/>
              <a:defRPr sz="1800"/>
            </a:lvl2pPr>
            <a:lvl3pPr marL="1371600" lvl="2" indent="-342900" rtl="0">
              <a:spcBef>
                <a:spcPts val="0"/>
              </a:spcBef>
              <a:spcAft>
                <a:spcPts val="0"/>
              </a:spcAft>
              <a:buSzPts val="1800"/>
              <a:buChar char="■"/>
              <a:defRPr sz="1800"/>
            </a:lvl3pPr>
            <a:lvl4pPr marL="1828800" lvl="3" indent="-342900" rtl="0">
              <a:spcBef>
                <a:spcPts val="0"/>
              </a:spcBef>
              <a:spcAft>
                <a:spcPts val="0"/>
              </a:spcAft>
              <a:buSzPts val="1800"/>
              <a:buChar char="●"/>
              <a:defRPr/>
            </a:lvl4pPr>
            <a:lvl5pPr marL="2286000" lvl="4" indent="-342900" rtl="0">
              <a:spcBef>
                <a:spcPts val="0"/>
              </a:spcBef>
              <a:spcAft>
                <a:spcPts val="0"/>
              </a:spcAft>
              <a:buSzPts val="1800"/>
              <a:buChar char="○"/>
              <a:defRPr/>
            </a:lvl5pPr>
            <a:lvl6pPr marL="2743200" lvl="5" indent="-342900" rtl="0">
              <a:spcBef>
                <a:spcPts val="0"/>
              </a:spcBef>
              <a:spcAft>
                <a:spcPts val="0"/>
              </a:spcAft>
              <a:buSzPts val="1800"/>
              <a:buChar char="■"/>
              <a:defRPr/>
            </a:lvl6pPr>
            <a:lvl7pPr marL="3200400" lvl="6" indent="-342900" rtl="0">
              <a:spcBef>
                <a:spcPts val="0"/>
              </a:spcBef>
              <a:spcAft>
                <a:spcPts val="0"/>
              </a:spcAft>
              <a:buSzPts val="1800"/>
              <a:buChar char="●"/>
              <a:defRPr/>
            </a:lvl7pPr>
            <a:lvl8pPr marL="3657600" lvl="7" indent="-342900" rtl="0">
              <a:spcBef>
                <a:spcPts val="0"/>
              </a:spcBef>
              <a:spcAft>
                <a:spcPts val="0"/>
              </a:spcAft>
              <a:buSzPts val="1800"/>
              <a:buChar char="○"/>
              <a:defRPr/>
            </a:lvl8pPr>
            <a:lvl9pPr marL="4114800" lvl="8" indent="-342900" rtl="0">
              <a:spcBef>
                <a:spcPts val="0"/>
              </a:spcBef>
              <a:spcAft>
                <a:spcPts val="0"/>
              </a:spcAft>
              <a:buSzPts val="1800"/>
              <a:buChar char="■"/>
              <a:defRPr/>
            </a:lvl9pPr>
          </a:lstStyle>
          <a:p>
            <a:endParaRPr/>
          </a:p>
        </p:txBody>
      </p:sp>
      <p:sp>
        <p:nvSpPr>
          <p:cNvPr id="40" name="Google Shape;40;p7"/>
          <p:cNvSpPr txBox="1">
            <a:spLocks noGrp="1"/>
          </p:cNvSpPr>
          <p:nvPr>
            <p:ph type="body" idx="3"/>
          </p:nvPr>
        </p:nvSpPr>
        <p:spPr>
          <a:xfrm>
            <a:off x="6789100" y="275350"/>
            <a:ext cx="2066100" cy="4650600"/>
          </a:xfrm>
          <a:prstGeom prst="rect">
            <a:avLst/>
          </a:prstGeom>
        </p:spPr>
        <p:txBody>
          <a:bodyPr spcFirstLastPara="1" wrap="square" lIns="91425" tIns="91425" rIns="91425" bIns="91425" anchor="t" anchorCtr="0">
            <a:noAutofit/>
          </a:bodyPr>
          <a:lstStyle>
            <a:lvl1pPr marL="457200" lvl="0" indent="-342900" rtl="0">
              <a:spcBef>
                <a:spcPts val="600"/>
              </a:spcBef>
              <a:spcAft>
                <a:spcPts val="0"/>
              </a:spcAft>
              <a:buSzPts val="1800"/>
              <a:buChar char="▸"/>
              <a:defRPr sz="1800"/>
            </a:lvl1pPr>
            <a:lvl2pPr marL="914400" lvl="1" indent="-342900" rtl="0">
              <a:spcBef>
                <a:spcPts val="0"/>
              </a:spcBef>
              <a:spcAft>
                <a:spcPts val="0"/>
              </a:spcAft>
              <a:buSzPts val="1800"/>
              <a:buChar char="▹"/>
              <a:defRPr sz="1800"/>
            </a:lvl2pPr>
            <a:lvl3pPr marL="1371600" lvl="2" indent="-342900" rtl="0">
              <a:spcBef>
                <a:spcPts val="0"/>
              </a:spcBef>
              <a:spcAft>
                <a:spcPts val="0"/>
              </a:spcAft>
              <a:buSzPts val="1800"/>
              <a:buChar char="■"/>
              <a:defRPr sz="1800"/>
            </a:lvl3pPr>
            <a:lvl4pPr marL="1828800" lvl="3" indent="-342900" rtl="0">
              <a:spcBef>
                <a:spcPts val="0"/>
              </a:spcBef>
              <a:spcAft>
                <a:spcPts val="0"/>
              </a:spcAft>
              <a:buSzPts val="1800"/>
              <a:buChar char="●"/>
              <a:defRPr/>
            </a:lvl4pPr>
            <a:lvl5pPr marL="2286000" lvl="4" indent="-342900" rtl="0">
              <a:spcBef>
                <a:spcPts val="0"/>
              </a:spcBef>
              <a:spcAft>
                <a:spcPts val="0"/>
              </a:spcAft>
              <a:buSzPts val="1800"/>
              <a:buChar char="○"/>
              <a:defRPr/>
            </a:lvl5pPr>
            <a:lvl6pPr marL="2743200" lvl="5" indent="-342900" rtl="0">
              <a:spcBef>
                <a:spcPts val="0"/>
              </a:spcBef>
              <a:spcAft>
                <a:spcPts val="0"/>
              </a:spcAft>
              <a:buSzPts val="1800"/>
              <a:buChar char="■"/>
              <a:defRPr/>
            </a:lvl6pPr>
            <a:lvl7pPr marL="3200400" lvl="6" indent="-342900" rtl="0">
              <a:spcBef>
                <a:spcPts val="0"/>
              </a:spcBef>
              <a:spcAft>
                <a:spcPts val="0"/>
              </a:spcAft>
              <a:buSzPts val="1800"/>
              <a:buChar char="●"/>
              <a:defRPr/>
            </a:lvl7pPr>
            <a:lvl8pPr marL="3657600" lvl="7" indent="-342900" rtl="0">
              <a:spcBef>
                <a:spcPts val="0"/>
              </a:spcBef>
              <a:spcAft>
                <a:spcPts val="0"/>
              </a:spcAft>
              <a:buSzPts val="1800"/>
              <a:buChar char="○"/>
              <a:defRPr/>
            </a:lvl8pPr>
            <a:lvl9pPr marL="4114800" lvl="8" indent="-342900" rtl="0">
              <a:spcBef>
                <a:spcPts val="0"/>
              </a:spcBef>
              <a:spcAft>
                <a:spcPts val="0"/>
              </a:spcAft>
              <a:buSzPts val="1800"/>
              <a:buChar char="■"/>
              <a:defRPr/>
            </a:lvl9pPr>
          </a:lstStyle>
          <a:p>
            <a:endParaRPr/>
          </a:p>
        </p:txBody>
      </p:sp>
      <p:sp>
        <p:nvSpPr>
          <p:cNvPr id="41" name="Google Shape;41;p7"/>
          <p:cNvSpPr txBox="1">
            <a:spLocks noGrp="1"/>
          </p:cNvSpPr>
          <p:nvPr>
            <p:ph type="sldNum" idx="12"/>
          </p:nvPr>
        </p:nvSpPr>
        <p:spPr>
          <a:xfrm>
            <a:off x="109075" y="146024"/>
            <a:ext cx="1807200" cy="12528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l"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Blank">
  <p:cSld name="BLANK_2">
    <p:spTree>
      <p:nvGrpSpPr>
        <p:cNvPr id="1" name="Shape 53"/>
        <p:cNvGrpSpPr/>
        <p:nvPr/>
      </p:nvGrpSpPr>
      <p:grpSpPr>
        <a:xfrm>
          <a:off x="0" y="0"/>
          <a:ext cx="0" cy="0"/>
          <a:chOff x="0" y="0"/>
          <a:chExt cx="0" cy="0"/>
        </a:xfrm>
      </p:grpSpPr>
      <p:sp>
        <p:nvSpPr>
          <p:cNvPr id="54" name="Google Shape;54;p11"/>
          <p:cNvSpPr txBox="1">
            <a:spLocks noGrp="1"/>
          </p:cNvSpPr>
          <p:nvPr>
            <p:ph type="sldNum" idx="12"/>
          </p:nvPr>
        </p:nvSpPr>
        <p:spPr>
          <a:xfrm>
            <a:off x="109075" y="146024"/>
            <a:ext cx="1807200" cy="1252800"/>
          </a:xfrm>
          <a:prstGeom prst="rect">
            <a:avLst/>
          </a:prstGeom>
        </p:spPr>
        <p:txBody>
          <a:bodyPr spcFirstLastPara="1" wrap="square" lIns="91425" tIns="91425" rIns="91425" bIns="91425" anchor="t" anchorCtr="0">
            <a:noAutofit/>
          </a:bodyPr>
          <a:lstStyle>
            <a:lvl1pPr lvl="0" rtl="0">
              <a:buNone/>
              <a:defRPr>
                <a:solidFill>
                  <a:schemeClr val="accent3"/>
                </a:solidFill>
              </a:defRPr>
            </a:lvl1pPr>
            <a:lvl2pPr lvl="1" rtl="0">
              <a:buNone/>
              <a:defRPr>
                <a:solidFill>
                  <a:schemeClr val="accent3"/>
                </a:solidFill>
              </a:defRPr>
            </a:lvl2pPr>
            <a:lvl3pPr lvl="2" rtl="0">
              <a:buNone/>
              <a:defRPr>
                <a:solidFill>
                  <a:schemeClr val="accent3"/>
                </a:solidFill>
              </a:defRPr>
            </a:lvl3pPr>
            <a:lvl4pPr lvl="3" rtl="0">
              <a:buNone/>
              <a:defRPr>
                <a:solidFill>
                  <a:schemeClr val="accent3"/>
                </a:solidFill>
              </a:defRPr>
            </a:lvl4pPr>
            <a:lvl5pPr lvl="4" rtl="0">
              <a:buNone/>
              <a:defRPr>
                <a:solidFill>
                  <a:schemeClr val="accent3"/>
                </a:solidFill>
              </a:defRPr>
            </a:lvl5pPr>
            <a:lvl6pPr lvl="5" rtl="0">
              <a:buNone/>
              <a:defRPr>
                <a:solidFill>
                  <a:schemeClr val="accent3"/>
                </a:solidFill>
              </a:defRPr>
            </a:lvl6pPr>
            <a:lvl7pPr lvl="6" rtl="0">
              <a:buNone/>
              <a:defRPr>
                <a:solidFill>
                  <a:schemeClr val="accent3"/>
                </a:solidFill>
              </a:defRPr>
            </a:lvl7pPr>
            <a:lvl8pPr lvl="7" rtl="0">
              <a:buNone/>
              <a:defRPr>
                <a:solidFill>
                  <a:schemeClr val="accent3"/>
                </a:solidFill>
              </a:defRPr>
            </a:lvl8pPr>
            <a:lvl9pPr lvl="8" rtl="0">
              <a:buNone/>
              <a:defRPr>
                <a:solidFill>
                  <a:schemeClr val="accent3"/>
                </a:solidFill>
              </a:defRPr>
            </a:lvl9pPr>
          </a:lstStyle>
          <a:p>
            <a:pPr marL="0" lvl="0" indent="0" algn="l"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lank color">
  <p:cSld name="BLANK_1">
    <p:bg>
      <p:bgPr>
        <a:solidFill>
          <a:schemeClr val="accent1"/>
        </a:solidFill>
        <a:effectLst/>
      </p:bgPr>
    </p:bg>
    <p:spTree>
      <p:nvGrpSpPr>
        <p:cNvPr id="1" name="Shape 55"/>
        <p:cNvGrpSpPr/>
        <p:nvPr/>
      </p:nvGrpSpPr>
      <p:grpSpPr>
        <a:xfrm>
          <a:off x="0" y="0"/>
          <a:ext cx="0" cy="0"/>
          <a:chOff x="0" y="0"/>
          <a:chExt cx="0" cy="0"/>
        </a:xfrm>
      </p:grpSpPr>
      <p:sp>
        <p:nvSpPr>
          <p:cNvPr id="56" name="Google Shape;56;p12"/>
          <p:cNvSpPr txBox="1">
            <a:spLocks noGrp="1"/>
          </p:cNvSpPr>
          <p:nvPr>
            <p:ph type="sldNum" idx="12"/>
          </p:nvPr>
        </p:nvSpPr>
        <p:spPr>
          <a:xfrm>
            <a:off x="109075" y="146024"/>
            <a:ext cx="1807200" cy="1252800"/>
          </a:xfrm>
          <a:prstGeom prst="rect">
            <a:avLst/>
          </a:prstGeom>
        </p:spPr>
        <p:txBody>
          <a:bodyPr spcFirstLastPara="1" wrap="square" lIns="91425" tIns="91425" rIns="91425" bIns="91425" anchor="t"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l"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body" idx="1"/>
          </p:nvPr>
        </p:nvSpPr>
        <p:spPr>
          <a:xfrm>
            <a:off x="2874625" y="484600"/>
            <a:ext cx="5562000" cy="4207800"/>
          </a:xfrm>
          <a:prstGeom prst="rect">
            <a:avLst/>
          </a:prstGeom>
          <a:noFill/>
          <a:ln>
            <a:noFill/>
          </a:ln>
        </p:spPr>
        <p:txBody>
          <a:bodyPr spcFirstLastPara="1" wrap="square" lIns="91425" tIns="91425" rIns="91425" bIns="91425" anchor="t" anchorCtr="0">
            <a:noAutofit/>
          </a:bodyPr>
          <a:lstStyle>
            <a:lvl1pPr marL="457200" lvl="0" indent="-419100">
              <a:spcBef>
                <a:spcPts val="600"/>
              </a:spcBef>
              <a:spcAft>
                <a:spcPts val="0"/>
              </a:spcAft>
              <a:buClr>
                <a:schemeClr val="accent3"/>
              </a:buClr>
              <a:buSzPts val="3000"/>
              <a:buFont typeface="Roboto"/>
              <a:buChar char="▸"/>
              <a:defRPr sz="3000">
                <a:solidFill>
                  <a:schemeClr val="dk1"/>
                </a:solidFill>
                <a:latin typeface="Roboto"/>
                <a:ea typeface="Roboto"/>
                <a:cs typeface="Roboto"/>
                <a:sym typeface="Roboto"/>
              </a:defRPr>
            </a:lvl1pPr>
            <a:lvl2pPr marL="914400" lvl="1" indent="-381000">
              <a:spcBef>
                <a:spcPts val="0"/>
              </a:spcBef>
              <a:spcAft>
                <a:spcPts val="0"/>
              </a:spcAft>
              <a:buClr>
                <a:schemeClr val="accent3"/>
              </a:buClr>
              <a:buSzPts val="2400"/>
              <a:buFont typeface="Roboto"/>
              <a:buChar char="▹"/>
              <a:defRPr sz="2400">
                <a:solidFill>
                  <a:schemeClr val="dk1"/>
                </a:solidFill>
                <a:latin typeface="Roboto"/>
                <a:ea typeface="Roboto"/>
                <a:cs typeface="Roboto"/>
                <a:sym typeface="Roboto"/>
              </a:defRPr>
            </a:lvl2pPr>
            <a:lvl3pPr marL="1371600" lvl="2" indent="-381000">
              <a:spcBef>
                <a:spcPts val="0"/>
              </a:spcBef>
              <a:spcAft>
                <a:spcPts val="0"/>
              </a:spcAft>
              <a:buClr>
                <a:schemeClr val="accent3"/>
              </a:buClr>
              <a:buSzPts val="2400"/>
              <a:buFont typeface="Roboto"/>
              <a:buChar char="■"/>
              <a:defRPr sz="2400">
                <a:solidFill>
                  <a:schemeClr val="dk1"/>
                </a:solidFill>
                <a:latin typeface="Roboto"/>
                <a:ea typeface="Roboto"/>
                <a:cs typeface="Roboto"/>
                <a:sym typeface="Roboto"/>
              </a:defRPr>
            </a:lvl3pPr>
            <a:lvl4pPr marL="1828800" lvl="3" indent="-342900">
              <a:spcBef>
                <a:spcPts val="0"/>
              </a:spcBef>
              <a:spcAft>
                <a:spcPts val="0"/>
              </a:spcAft>
              <a:buClr>
                <a:schemeClr val="dk1"/>
              </a:buClr>
              <a:buSzPts val="1800"/>
              <a:buFont typeface="Roboto"/>
              <a:buChar char="●"/>
              <a:defRPr sz="1800">
                <a:solidFill>
                  <a:schemeClr val="dk1"/>
                </a:solidFill>
                <a:latin typeface="Roboto"/>
                <a:ea typeface="Roboto"/>
                <a:cs typeface="Roboto"/>
                <a:sym typeface="Roboto"/>
              </a:defRPr>
            </a:lvl4pPr>
            <a:lvl5pPr marL="2286000" lvl="4" indent="-342900">
              <a:spcBef>
                <a:spcPts val="0"/>
              </a:spcBef>
              <a:spcAft>
                <a:spcPts val="0"/>
              </a:spcAft>
              <a:buClr>
                <a:schemeClr val="dk1"/>
              </a:buClr>
              <a:buSzPts val="1800"/>
              <a:buFont typeface="Roboto"/>
              <a:buChar char="○"/>
              <a:defRPr sz="1800">
                <a:solidFill>
                  <a:schemeClr val="dk1"/>
                </a:solidFill>
                <a:latin typeface="Roboto"/>
                <a:ea typeface="Roboto"/>
                <a:cs typeface="Roboto"/>
                <a:sym typeface="Roboto"/>
              </a:defRPr>
            </a:lvl5pPr>
            <a:lvl6pPr marL="2743200" lvl="5" indent="-342900">
              <a:spcBef>
                <a:spcPts val="0"/>
              </a:spcBef>
              <a:spcAft>
                <a:spcPts val="0"/>
              </a:spcAft>
              <a:buClr>
                <a:schemeClr val="dk1"/>
              </a:buClr>
              <a:buSzPts val="1800"/>
              <a:buFont typeface="Roboto"/>
              <a:buChar char="■"/>
              <a:defRPr sz="1800">
                <a:solidFill>
                  <a:schemeClr val="dk1"/>
                </a:solidFill>
                <a:latin typeface="Roboto"/>
                <a:ea typeface="Roboto"/>
                <a:cs typeface="Roboto"/>
                <a:sym typeface="Roboto"/>
              </a:defRPr>
            </a:lvl6pPr>
            <a:lvl7pPr marL="3200400" lvl="6" indent="-342900">
              <a:spcBef>
                <a:spcPts val="0"/>
              </a:spcBef>
              <a:spcAft>
                <a:spcPts val="0"/>
              </a:spcAft>
              <a:buClr>
                <a:schemeClr val="dk1"/>
              </a:buClr>
              <a:buSzPts val="1800"/>
              <a:buFont typeface="Roboto"/>
              <a:buChar char="●"/>
              <a:defRPr sz="1800">
                <a:solidFill>
                  <a:schemeClr val="dk1"/>
                </a:solidFill>
                <a:latin typeface="Roboto"/>
                <a:ea typeface="Roboto"/>
                <a:cs typeface="Roboto"/>
                <a:sym typeface="Roboto"/>
              </a:defRPr>
            </a:lvl7pPr>
            <a:lvl8pPr marL="3657600" lvl="7" indent="-342900">
              <a:spcBef>
                <a:spcPts val="0"/>
              </a:spcBef>
              <a:spcAft>
                <a:spcPts val="0"/>
              </a:spcAft>
              <a:buClr>
                <a:schemeClr val="dk1"/>
              </a:buClr>
              <a:buSzPts val="1800"/>
              <a:buFont typeface="Roboto"/>
              <a:buChar char="○"/>
              <a:defRPr sz="1800">
                <a:solidFill>
                  <a:schemeClr val="dk1"/>
                </a:solidFill>
                <a:latin typeface="Roboto"/>
                <a:ea typeface="Roboto"/>
                <a:cs typeface="Roboto"/>
                <a:sym typeface="Roboto"/>
              </a:defRPr>
            </a:lvl8pPr>
            <a:lvl9pPr marL="4114800" lvl="8" indent="-342900">
              <a:spcBef>
                <a:spcPts val="0"/>
              </a:spcBef>
              <a:spcAft>
                <a:spcPts val="0"/>
              </a:spcAft>
              <a:buClr>
                <a:schemeClr val="dk1"/>
              </a:buClr>
              <a:buSzPts val="1800"/>
              <a:buFont typeface="Roboto"/>
              <a:buChar char="■"/>
              <a:defRPr sz="1800">
                <a:solidFill>
                  <a:schemeClr val="dk1"/>
                </a:solidFill>
                <a:latin typeface="Roboto"/>
                <a:ea typeface="Roboto"/>
                <a:cs typeface="Roboto"/>
                <a:sym typeface="Roboto"/>
              </a:defRPr>
            </a:lvl9pPr>
          </a:lstStyle>
          <a:p>
            <a:endParaRPr/>
          </a:p>
        </p:txBody>
      </p:sp>
      <p:sp>
        <p:nvSpPr>
          <p:cNvPr id="7" name="Google Shape;7;p1"/>
          <p:cNvSpPr txBox="1">
            <a:spLocks noGrp="1"/>
          </p:cNvSpPr>
          <p:nvPr>
            <p:ph type="sldNum" idx="12"/>
          </p:nvPr>
        </p:nvSpPr>
        <p:spPr>
          <a:xfrm>
            <a:off x="109075" y="146024"/>
            <a:ext cx="1807200" cy="1252800"/>
          </a:xfrm>
          <a:prstGeom prst="rect">
            <a:avLst/>
          </a:prstGeom>
          <a:noFill/>
          <a:ln>
            <a:noFill/>
          </a:ln>
        </p:spPr>
        <p:txBody>
          <a:bodyPr spcFirstLastPara="1" wrap="square" lIns="91425" tIns="91425" rIns="91425" bIns="91425" anchor="t" anchorCtr="0">
            <a:noAutofit/>
          </a:bodyPr>
          <a:lstStyle>
            <a:lvl1pPr lvl="0">
              <a:buNone/>
              <a:defRPr sz="9600" b="1">
                <a:solidFill>
                  <a:schemeClr val="accent2"/>
                </a:solidFill>
                <a:latin typeface="Montserrat"/>
                <a:ea typeface="Montserrat"/>
                <a:cs typeface="Montserrat"/>
                <a:sym typeface="Montserrat"/>
              </a:defRPr>
            </a:lvl1pPr>
            <a:lvl2pPr lvl="1">
              <a:buNone/>
              <a:defRPr sz="9600" b="1">
                <a:solidFill>
                  <a:schemeClr val="accent2"/>
                </a:solidFill>
                <a:latin typeface="Montserrat"/>
                <a:ea typeface="Montserrat"/>
                <a:cs typeface="Montserrat"/>
                <a:sym typeface="Montserrat"/>
              </a:defRPr>
            </a:lvl2pPr>
            <a:lvl3pPr lvl="2">
              <a:buNone/>
              <a:defRPr sz="9600" b="1">
                <a:solidFill>
                  <a:schemeClr val="accent2"/>
                </a:solidFill>
                <a:latin typeface="Montserrat"/>
                <a:ea typeface="Montserrat"/>
                <a:cs typeface="Montserrat"/>
                <a:sym typeface="Montserrat"/>
              </a:defRPr>
            </a:lvl3pPr>
            <a:lvl4pPr lvl="3">
              <a:buNone/>
              <a:defRPr sz="9600" b="1">
                <a:solidFill>
                  <a:schemeClr val="accent2"/>
                </a:solidFill>
                <a:latin typeface="Montserrat"/>
                <a:ea typeface="Montserrat"/>
                <a:cs typeface="Montserrat"/>
                <a:sym typeface="Montserrat"/>
              </a:defRPr>
            </a:lvl4pPr>
            <a:lvl5pPr lvl="4">
              <a:buNone/>
              <a:defRPr sz="9600" b="1">
                <a:solidFill>
                  <a:schemeClr val="accent2"/>
                </a:solidFill>
                <a:latin typeface="Montserrat"/>
                <a:ea typeface="Montserrat"/>
                <a:cs typeface="Montserrat"/>
                <a:sym typeface="Montserrat"/>
              </a:defRPr>
            </a:lvl5pPr>
            <a:lvl6pPr lvl="5">
              <a:buNone/>
              <a:defRPr sz="9600" b="1">
                <a:solidFill>
                  <a:schemeClr val="accent2"/>
                </a:solidFill>
                <a:latin typeface="Montserrat"/>
                <a:ea typeface="Montserrat"/>
                <a:cs typeface="Montserrat"/>
                <a:sym typeface="Montserrat"/>
              </a:defRPr>
            </a:lvl6pPr>
            <a:lvl7pPr lvl="6">
              <a:buNone/>
              <a:defRPr sz="9600" b="1">
                <a:solidFill>
                  <a:schemeClr val="accent2"/>
                </a:solidFill>
                <a:latin typeface="Montserrat"/>
                <a:ea typeface="Montserrat"/>
                <a:cs typeface="Montserrat"/>
                <a:sym typeface="Montserrat"/>
              </a:defRPr>
            </a:lvl7pPr>
            <a:lvl8pPr lvl="7">
              <a:buNone/>
              <a:defRPr sz="9600" b="1">
                <a:solidFill>
                  <a:schemeClr val="accent2"/>
                </a:solidFill>
                <a:latin typeface="Montserrat"/>
                <a:ea typeface="Montserrat"/>
                <a:cs typeface="Montserrat"/>
                <a:sym typeface="Montserrat"/>
              </a:defRPr>
            </a:lvl8pPr>
            <a:lvl9pPr lvl="8">
              <a:buNone/>
              <a:defRPr sz="9600" b="1">
                <a:solidFill>
                  <a:schemeClr val="accent2"/>
                </a:solidFill>
                <a:latin typeface="Montserrat"/>
                <a:ea typeface="Montserrat"/>
                <a:cs typeface="Montserrat"/>
                <a:sym typeface="Montserrat"/>
              </a:defRPr>
            </a:lvl9pPr>
          </a:lstStyle>
          <a:p>
            <a:pPr marL="0" lvl="0" indent="0" algn="l" rtl="0">
              <a:spcBef>
                <a:spcPts val="0"/>
              </a:spcBef>
              <a:spcAft>
                <a:spcPts val="0"/>
              </a:spcAft>
              <a:buNone/>
            </a:pPr>
            <a:fld id="{00000000-1234-1234-1234-123412341234}" type="slidenum">
              <a:rPr lang="en"/>
              <a:t>‹#›</a:t>
            </a:fld>
            <a:endParaRPr/>
          </a:p>
        </p:txBody>
      </p:sp>
      <p:sp>
        <p:nvSpPr>
          <p:cNvPr id="8" name="Google Shape;8;p1"/>
          <p:cNvSpPr txBox="1">
            <a:spLocks noGrp="1"/>
          </p:cNvSpPr>
          <p:nvPr>
            <p:ph type="title"/>
          </p:nvPr>
        </p:nvSpPr>
        <p:spPr>
          <a:xfrm>
            <a:off x="203875" y="1626750"/>
            <a:ext cx="1712400" cy="857400"/>
          </a:xfrm>
          <a:prstGeom prst="rect">
            <a:avLst/>
          </a:prstGeom>
          <a:noFill/>
          <a:ln>
            <a:noFill/>
          </a:ln>
        </p:spPr>
        <p:txBody>
          <a:bodyPr spcFirstLastPara="1" wrap="square" lIns="91425" tIns="91425" rIns="91425" bIns="91425" anchor="t" anchorCtr="0">
            <a:noAutofit/>
          </a:bodyPr>
          <a:lstStyle>
            <a:lvl1pPr lvl="0">
              <a:spcBef>
                <a:spcPts val="0"/>
              </a:spcBef>
              <a:spcAft>
                <a:spcPts val="0"/>
              </a:spcAft>
              <a:buClr>
                <a:schemeClr val="lt1"/>
              </a:buClr>
              <a:buSzPts val="1800"/>
              <a:buFont typeface="Montserrat"/>
              <a:buNone/>
              <a:defRPr sz="1800" b="1">
                <a:solidFill>
                  <a:schemeClr val="lt1"/>
                </a:solidFill>
                <a:latin typeface="Montserrat"/>
                <a:ea typeface="Montserrat"/>
                <a:cs typeface="Montserrat"/>
                <a:sym typeface="Montserrat"/>
              </a:defRPr>
            </a:lvl1pPr>
            <a:lvl2pPr lvl="1">
              <a:spcBef>
                <a:spcPts val="0"/>
              </a:spcBef>
              <a:spcAft>
                <a:spcPts val="0"/>
              </a:spcAft>
              <a:buClr>
                <a:schemeClr val="lt1"/>
              </a:buClr>
              <a:buSzPts val="1800"/>
              <a:buFont typeface="Montserrat"/>
              <a:buNone/>
              <a:defRPr sz="1800" b="1">
                <a:solidFill>
                  <a:schemeClr val="lt1"/>
                </a:solidFill>
                <a:latin typeface="Montserrat"/>
                <a:ea typeface="Montserrat"/>
                <a:cs typeface="Montserrat"/>
                <a:sym typeface="Montserrat"/>
              </a:defRPr>
            </a:lvl2pPr>
            <a:lvl3pPr lvl="2">
              <a:spcBef>
                <a:spcPts val="0"/>
              </a:spcBef>
              <a:spcAft>
                <a:spcPts val="0"/>
              </a:spcAft>
              <a:buClr>
                <a:schemeClr val="lt1"/>
              </a:buClr>
              <a:buSzPts val="1800"/>
              <a:buFont typeface="Montserrat"/>
              <a:buNone/>
              <a:defRPr sz="1800" b="1">
                <a:solidFill>
                  <a:schemeClr val="lt1"/>
                </a:solidFill>
                <a:latin typeface="Montserrat"/>
                <a:ea typeface="Montserrat"/>
                <a:cs typeface="Montserrat"/>
                <a:sym typeface="Montserrat"/>
              </a:defRPr>
            </a:lvl3pPr>
            <a:lvl4pPr lvl="3">
              <a:spcBef>
                <a:spcPts val="0"/>
              </a:spcBef>
              <a:spcAft>
                <a:spcPts val="0"/>
              </a:spcAft>
              <a:buClr>
                <a:schemeClr val="lt1"/>
              </a:buClr>
              <a:buSzPts val="1800"/>
              <a:buFont typeface="Montserrat"/>
              <a:buNone/>
              <a:defRPr sz="1800" b="1">
                <a:solidFill>
                  <a:schemeClr val="lt1"/>
                </a:solidFill>
                <a:latin typeface="Montserrat"/>
                <a:ea typeface="Montserrat"/>
                <a:cs typeface="Montserrat"/>
                <a:sym typeface="Montserrat"/>
              </a:defRPr>
            </a:lvl4pPr>
            <a:lvl5pPr lvl="4">
              <a:spcBef>
                <a:spcPts val="0"/>
              </a:spcBef>
              <a:spcAft>
                <a:spcPts val="0"/>
              </a:spcAft>
              <a:buClr>
                <a:schemeClr val="lt1"/>
              </a:buClr>
              <a:buSzPts val="1800"/>
              <a:buFont typeface="Montserrat"/>
              <a:buNone/>
              <a:defRPr sz="1800" b="1">
                <a:solidFill>
                  <a:schemeClr val="lt1"/>
                </a:solidFill>
                <a:latin typeface="Montserrat"/>
                <a:ea typeface="Montserrat"/>
                <a:cs typeface="Montserrat"/>
                <a:sym typeface="Montserrat"/>
              </a:defRPr>
            </a:lvl5pPr>
            <a:lvl6pPr lvl="5">
              <a:spcBef>
                <a:spcPts val="0"/>
              </a:spcBef>
              <a:spcAft>
                <a:spcPts val="0"/>
              </a:spcAft>
              <a:buClr>
                <a:schemeClr val="lt1"/>
              </a:buClr>
              <a:buSzPts val="1800"/>
              <a:buFont typeface="Montserrat"/>
              <a:buNone/>
              <a:defRPr sz="1800" b="1">
                <a:solidFill>
                  <a:schemeClr val="lt1"/>
                </a:solidFill>
                <a:latin typeface="Montserrat"/>
                <a:ea typeface="Montserrat"/>
                <a:cs typeface="Montserrat"/>
                <a:sym typeface="Montserrat"/>
              </a:defRPr>
            </a:lvl6pPr>
            <a:lvl7pPr lvl="6">
              <a:spcBef>
                <a:spcPts val="0"/>
              </a:spcBef>
              <a:spcAft>
                <a:spcPts val="0"/>
              </a:spcAft>
              <a:buClr>
                <a:schemeClr val="lt1"/>
              </a:buClr>
              <a:buSzPts val="1800"/>
              <a:buFont typeface="Montserrat"/>
              <a:buNone/>
              <a:defRPr sz="1800" b="1">
                <a:solidFill>
                  <a:schemeClr val="lt1"/>
                </a:solidFill>
                <a:latin typeface="Montserrat"/>
                <a:ea typeface="Montserrat"/>
                <a:cs typeface="Montserrat"/>
                <a:sym typeface="Montserrat"/>
              </a:defRPr>
            </a:lvl7pPr>
            <a:lvl8pPr lvl="7">
              <a:spcBef>
                <a:spcPts val="0"/>
              </a:spcBef>
              <a:spcAft>
                <a:spcPts val="0"/>
              </a:spcAft>
              <a:buClr>
                <a:schemeClr val="lt1"/>
              </a:buClr>
              <a:buSzPts val="1800"/>
              <a:buFont typeface="Montserrat"/>
              <a:buNone/>
              <a:defRPr sz="1800" b="1">
                <a:solidFill>
                  <a:schemeClr val="lt1"/>
                </a:solidFill>
                <a:latin typeface="Montserrat"/>
                <a:ea typeface="Montserrat"/>
                <a:cs typeface="Montserrat"/>
                <a:sym typeface="Montserrat"/>
              </a:defRPr>
            </a:lvl8pPr>
            <a:lvl9pPr lvl="8">
              <a:spcBef>
                <a:spcPts val="0"/>
              </a:spcBef>
              <a:spcAft>
                <a:spcPts val="0"/>
              </a:spcAft>
              <a:buClr>
                <a:schemeClr val="lt1"/>
              </a:buClr>
              <a:buSzPts val="1800"/>
              <a:buFont typeface="Montserrat"/>
              <a:buNone/>
              <a:defRPr sz="1800" b="1">
                <a:solidFill>
                  <a:schemeClr val="lt1"/>
                </a:solidFill>
                <a:latin typeface="Montserrat"/>
                <a:ea typeface="Montserrat"/>
                <a:cs typeface="Montserrat"/>
                <a:sym typeface="Montserrat"/>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51" r:id="rId2"/>
    <p:sldLayoutId id="2147483652" r:id="rId3"/>
    <p:sldLayoutId id="2147483653" r:id="rId4"/>
    <p:sldLayoutId id="2147483657" r:id="rId5"/>
    <p:sldLayoutId id="2147483658" r:id="rId6"/>
  </p:sldLayoutIdLst>
  <p:transition>
    <p:fade thruBlk="1"/>
  </p:transition>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3.xml"/><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60"/>
        <p:cNvGrpSpPr/>
        <p:nvPr/>
      </p:nvGrpSpPr>
      <p:grpSpPr>
        <a:xfrm>
          <a:off x="0" y="0"/>
          <a:ext cx="0" cy="0"/>
          <a:chOff x="0" y="0"/>
          <a:chExt cx="0" cy="0"/>
        </a:xfrm>
      </p:grpSpPr>
      <p:sp>
        <p:nvSpPr>
          <p:cNvPr id="61" name="Google Shape;61;p13"/>
          <p:cNvSpPr txBox="1">
            <a:spLocks noGrp="1"/>
          </p:cNvSpPr>
          <p:nvPr>
            <p:ph type="ctrTitle"/>
          </p:nvPr>
        </p:nvSpPr>
        <p:spPr>
          <a:xfrm>
            <a:off x="712196" y="1195989"/>
            <a:ext cx="7498800" cy="27663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smtClean="0"/>
              <a:t>Tìm hiểu về ngành công nghệ thông tin</a:t>
            </a:r>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65"/>
        <p:cNvGrpSpPr/>
        <p:nvPr/>
      </p:nvGrpSpPr>
      <p:grpSpPr>
        <a:xfrm>
          <a:off x="0" y="0"/>
          <a:ext cx="0" cy="0"/>
          <a:chOff x="0" y="0"/>
          <a:chExt cx="0" cy="0"/>
        </a:xfrm>
      </p:grpSpPr>
      <p:sp>
        <p:nvSpPr>
          <p:cNvPr id="66" name="Google Shape;66;p14"/>
          <p:cNvSpPr txBox="1">
            <a:spLocks noGrp="1"/>
          </p:cNvSpPr>
          <p:nvPr>
            <p:ph type="body" idx="2"/>
          </p:nvPr>
        </p:nvSpPr>
        <p:spPr>
          <a:xfrm>
            <a:off x="2462200" y="361950"/>
            <a:ext cx="2856600" cy="4781550"/>
          </a:xfrm>
          <a:prstGeom prst="rect">
            <a:avLst/>
          </a:prstGeom>
        </p:spPr>
        <p:txBody>
          <a:bodyPr spcFirstLastPara="1" wrap="square" lIns="91425" tIns="91425" rIns="91425" bIns="91425" anchor="t" anchorCtr="0">
            <a:noAutofit/>
          </a:bodyPr>
          <a:lstStyle/>
          <a:p>
            <a:pPr marL="0" lvl="0" indent="0" algn="l" rtl="0">
              <a:spcBef>
                <a:spcPts val="600"/>
              </a:spcBef>
              <a:spcAft>
                <a:spcPts val="0"/>
              </a:spcAft>
              <a:buNone/>
            </a:pPr>
            <a:r>
              <a:rPr lang="en-US" sz="1800" b="1" err="1" smtClean="0"/>
              <a:t>Phần</a:t>
            </a:r>
            <a:r>
              <a:rPr lang="en-US" sz="1800" b="1" smtClean="0"/>
              <a:t> 1:  </a:t>
            </a:r>
            <a:r>
              <a:rPr lang="en-US" sz="1800" b="1" err="1" smtClean="0"/>
              <a:t>Tìm</a:t>
            </a:r>
            <a:r>
              <a:rPr lang="en-US" sz="1800" b="1" smtClean="0"/>
              <a:t> </a:t>
            </a:r>
            <a:r>
              <a:rPr lang="en-US" sz="1800" b="1" err="1" smtClean="0"/>
              <a:t>hiểu</a:t>
            </a:r>
            <a:endParaRPr lang="en-US" sz="1800" b="1" smtClean="0"/>
          </a:p>
          <a:p>
            <a:pPr marL="0" lvl="0" indent="0" algn="l" rtl="0">
              <a:spcBef>
                <a:spcPts val="600"/>
              </a:spcBef>
              <a:spcAft>
                <a:spcPts val="0"/>
              </a:spcAft>
              <a:buNone/>
            </a:pPr>
            <a:endParaRPr sz="1800"/>
          </a:p>
          <a:p>
            <a:pPr marL="285750" lvl="0" indent="-285750" algn="l" rtl="0">
              <a:spcBef>
                <a:spcPts val="600"/>
              </a:spcBef>
              <a:spcAft>
                <a:spcPts val="0"/>
              </a:spcAft>
              <a:buClr>
                <a:schemeClr val="dk1"/>
              </a:buClr>
              <a:buSzPts val="1100"/>
              <a:buFont typeface="Arial"/>
              <a:buAutoNum type="romanUcPeriod"/>
            </a:pPr>
            <a:r>
              <a:rPr lang="en-US" sz="1200" err="1" smtClean="0"/>
              <a:t>Công</a:t>
            </a:r>
            <a:r>
              <a:rPr lang="en-US" sz="1200" smtClean="0"/>
              <a:t> </a:t>
            </a:r>
            <a:r>
              <a:rPr lang="en-US" sz="1200" err="1" smtClean="0"/>
              <a:t>nghệ</a:t>
            </a:r>
            <a:r>
              <a:rPr lang="en-US" sz="1200" smtClean="0"/>
              <a:t> </a:t>
            </a:r>
            <a:r>
              <a:rPr lang="en-US" sz="1200" err="1" smtClean="0"/>
              <a:t>thông</a:t>
            </a:r>
            <a:r>
              <a:rPr lang="en-US" sz="1200" smtClean="0"/>
              <a:t> tin </a:t>
            </a:r>
            <a:r>
              <a:rPr lang="en-US" sz="1200" err="1" smtClean="0"/>
              <a:t>là</a:t>
            </a:r>
            <a:r>
              <a:rPr lang="en-US" sz="1200" smtClean="0"/>
              <a:t> </a:t>
            </a:r>
            <a:r>
              <a:rPr lang="en-US" sz="1200" err="1" smtClean="0"/>
              <a:t>gì</a:t>
            </a:r>
            <a:r>
              <a:rPr lang="en-US" sz="1200" smtClean="0"/>
              <a:t>?</a:t>
            </a:r>
          </a:p>
          <a:p>
            <a:pPr marL="285750" lvl="0" indent="-285750" algn="l" rtl="0">
              <a:spcBef>
                <a:spcPts val="600"/>
              </a:spcBef>
              <a:spcAft>
                <a:spcPts val="0"/>
              </a:spcAft>
              <a:buClr>
                <a:schemeClr val="dk1"/>
              </a:buClr>
              <a:buSzPts val="1100"/>
              <a:buFont typeface="Arial"/>
              <a:buAutoNum type="romanUcPeriod"/>
            </a:pPr>
            <a:endParaRPr lang="en-US" sz="1200" smtClean="0"/>
          </a:p>
          <a:p>
            <a:pPr marL="0" lvl="0" indent="0" algn="l" rtl="0">
              <a:spcBef>
                <a:spcPts val="600"/>
              </a:spcBef>
              <a:spcAft>
                <a:spcPts val="0"/>
              </a:spcAft>
              <a:buClr>
                <a:schemeClr val="dk1"/>
              </a:buClr>
              <a:buSzPts val="1100"/>
              <a:buFont typeface="Arial"/>
              <a:buNone/>
            </a:pPr>
            <a:r>
              <a:rPr lang="en-US" sz="1200" smtClean="0"/>
              <a:t>II.    </a:t>
            </a:r>
            <a:r>
              <a:rPr lang="en-US" sz="1200" err="1" smtClean="0"/>
              <a:t>Những</a:t>
            </a:r>
            <a:r>
              <a:rPr lang="en-US" sz="1200" smtClean="0"/>
              <a:t> </a:t>
            </a:r>
            <a:r>
              <a:rPr lang="en-US" sz="1200" err="1" smtClean="0"/>
              <a:t>tố</a:t>
            </a:r>
            <a:r>
              <a:rPr lang="en-US" sz="1200" smtClean="0"/>
              <a:t> </a:t>
            </a:r>
            <a:r>
              <a:rPr lang="en-US" sz="1200" err="1" smtClean="0"/>
              <a:t>chất</a:t>
            </a:r>
            <a:r>
              <a:rPr lang="en-US" sz="1200" smtClean="0"/>
              <a:t> </a:t>
            </a:r>
            <a:r>
              <a:rPr lang="en-US" sz="1200" err="1" smtClean="0"/>
              <a:t>cần</a:t>
            </a:r>
            <a:r>
              <a:rPr lang="en-US" sz="1200" smtClean="0"/>
              <a:t> </a:t>
            </a:r>
            <a:r>
              <a:rPr lang="en-US" sz="1200" err="1" smtClean="0"/>
              <a:t>thiết</a:t>
            </a:r>
            <a:r>
              <a:rPr lang="en-US" sz="1200" smtClean="0"/>
              <a:t>.</a:t>
            </a:r>
          </a:p>
          <a:p>
            <a:pPr marL="0" lvl="0" indent="0" algn="l" rtl="0">
              <a:spcBef>
                <a:spcPts val="600"/>
              </a:spcBef>
              <a:spcAft>
                <a:spcPts val="0"/>
              </a:spcAft>
              <a:buClr>
                <a:schemeClr val="dk1"/>
              </a:buClr>
              <a:buSzPts val="1100"/>
              <a:buFont typeface="Arial"/>
              <a:buNone/>
            </a:pPr>
            <a:endParaRPr lang="en-US" sz="1200" smtClean="0"/>
          </a:p>
          <a:p>
            <a:pPr marL="0" lvl="0" indent="0" algn="l" rtl="0">
              <a:spcBef>
                <a:spcPts val="600"/>
              </a:spcBef>
              <a:spcAft>
                <a:spcPts val="0"/>
              </a:spcAft>
              <a:buClr>
                <a:schemeClr val="dk1"/>
              </a:buClr>
              <a:buSzPts val="1100"/>
              <a:buFont typeface="Arial"/>
              <a:buNone/>
            </a:pPr>
            <a:r>
              <a:rPr lang="en-US" sz="1200" smtClean="0"/>
              <a:t>III.   </a:t>
            </a:r>
            <a:r>
              <a:rPr lang="en-US" sz="1200" err="1" smtClean="0"/>
              <a:t>Ứng</a:t>
            </a:r>
            <a:r>
              <a:rPr lang="en-US" sz="1200" smtClean="0"/>
              <a:t> </a:t>
            </a:r>
            <a:r>
              <a:rPr lang="en-US" sz="1200" err="1" smtClean="0"/>
              <a:t>dụng</a:t>
            </a:r>
            <a:endParaRPr lang="en-US" sz="1200" smtClean="0"/>
          </a:p>
          <a:p>
            <a:pPr marL="0" lvl="0" indent="0" algn="l" rtl="0">
              <a:spcBef>
                <a:spcPts val="600"/>
              </a:spcBef>
              <a:spcAft>
                <a:spcPts val="0"/>
              </a:spcAft>
              <a:buClr>
                <a:schemeClr val="dk1"/>
              </a:buClr>
              <a:buSzPts val="1100"/>
              <a:buNone/>
            </a:pPr>
            <a:endParaRPr lang="en-US" sz="1200"/>
          </a:p>
          <a:p>
            <a:pPr marL="285750" lvl="0" indent="-285750" algn="l" rtl="0">
              <a:spcBef>
                <a:spcPts val="600"/>
              </a:spcBef>
              <a:spcAft>
                <a:spcPts val="0"/>
              </a:spcAft>
              <a:buClr>
                <a:schemeClr val="dk1"/>
              </a:buClr>
              <a:buSzPts val="1100"/>
              <a:buFont typeface="Arial"/>
              <a:buAutoNum type="romanUcPeriod" startAt="4"/>
            </a:pPr>
            <a:r>
              <a:rPr lang="en-US" sz="1200" err="1" smtClean="0"/>
              <a:t>Các</a:t>
            </a:r>
            <a:r>
              <a:rPr lang="en-US" sz="1200" smtClean="0"/>
              <a:t> </a:t>
            </a:r>
            <a:r>
              <a:rPr lang="en-US" sz="1200" err="1" smtClean="0"/>
              <a:t>chuyên</a:t>
            </a:r>
            <a:r>
              <a:rPr lang="en-US" sz="1200" smtClean="0"/>
              <a:t> </a:t>
            </a:r>
            <a:r>
              <a:rPr lang="en-US" sz="1200" err="1" smtClean="0"/>
              <a:t>ngành</a:t>
            </a:r>
            <a:r>
              <a:rPr lang="en-US" sz="1200" smtClean="0"/>
              <a:t> </a:t>
            </a:r>
            <a:r>
              <a:rPr lang="en-US" sz="1200" err="1" smtClean="0"/>
              <a:t>và</a:t>
            </a:r>
            <a:r>
              <a:rPr lang="en-US" sz="1200" smtClean="0"/>
              <a:t> </a:t>
            </a:r>
            <a:r>
              <a:rPr lang="en-US" sz="1200" err="1" smtClean="0"/>
              <a:t>công</a:t>
            </a:r>
            <a:r>
              <a:rPr lang="en-US" sz="1200" smtClean="0"/>
              <a:t> </a:t>
            </a:r>
            <a:r>
              <a:rPr lang="en-US" sz="1200" err="1" smtClean="0"/>
              <a:t>việc</a:t>
            </a:r>
            <a:endParaRPr lang="en-US" sz="1200" smtClean="0"/>
          </a:p>
          <a:p>
            <a:pPr marL="285750" lvl="0" indent="-285750" algn="l" rtl="0">
              <a:spcBef>
                <a:spcPts val="600"/>
              </a:spcBef>
              <a:spcAft>
                <a:spcPts val="0"/>
              </a:spcAft>
              <a:buClr>
                <a:schemeClr val="dk1"/>
              </a:buClr>
              <a:buSzPts val="1100"/>
              <a:buFont typeface="Arial"/>
              <a:buAutoNum type="romanUcPeriod" startAt="4"/>
            </a:pPr>
            <a:endParaRPr lang="en-US" sz="1200"/>
          </a:p>
          <a:p>
            <a:pPr marL="285750" lvl="0" indent="-285750" algn="l" rtl="0">
              <a:spcBef>
                <a:spcPts val="600"/>
              </a:spcBef>
              <a:spcAft>
                <a:spcPts val="0"/>
              </a:spcAft>
              <a:buClr>
                <a:schemeClr val="dk1"/>
              </a:buClr>
              <a:buSzPts val="1100"/>
              <a:buFont typeface="Arial"/>
              <a:buAutoNum type="romanUcPeriod" startAt="4"/>
            </a:pPr>
            <a:r>
              <a:rPr lang="en-US" sz="1200" err="1" smtClean="0"/>
              <a:t>Các</a:t>
            </a:r>
            <a:r>
              <a:rPr lang="en-US" sz="1200" smtClean="0"/>
              <a:t> </a:t>
            </a:r>
            <a:r>
              <a:rPr lang="en-US" sz="1200" err="1" smtClean="0"/>
              <a:t>việc</a:t>
            </a:r>
            <a:r>
              <a:rPr lang="en-US" sz="1200" smtClean="0"/>
              <a:t> </a:t>
            </a:r>
            <a:r>
              <a:rPr lang="en-US" sz="1200" err="1" smtClean="0"/>
              <a:t>làm</a:t>
            </a:r>
            <a:r>
              <a:rPr lang="en-US" sz="1200" smtClean="0"/>
              <a:t> </a:t>
            </a:r>
            <a:r>
              <a:rPr lang="en-US" sz="1200" err="1" smtClean="0"/>
              <a:t>phổ</a:t>
            </a:r>
            <a:r>
              <a:rPr lang="en-US" sz="1200" smtClean="0"/>
              <a:t> </a:t>
            </a:r>
            <a:r>
              <a:rPr lang="en-US" sz="1200" err="1" smtClean="0"/>
              <a:t>biến</a:t>
            </a:r>
            <a:r>
              <a:rPr lang="en-US" sz="1200" smtClean="0"/>
              <a:t> </a:t>
            </a:r>
            <a:r>
              <a:rPr lang="en-US" sz="1200" err="1" smtClean="0"/>
              <a:t>hiện</a:t>
            </a:r>
            <a:r>
              <a:rPr lang="en-US" sz="1200" smtClean="0"/>
              <a:t> nay</a:t>
            </a:r>
          </a:p>
          <a:p>
            <a:pPr marL="285750" lvl="0" indent="-285750" algn="l" rtl="0">
              <a:spcBef>
                <a:spcPts val="600"/>
              </a:spcBef>
              <a:spcAft>
                <a:spcPts val="0"/>
              </a:spcAft>
              <a:buClr>
                <a:schemeClr val="dk1"/>
              </a:buClr>
              <a:buSzPts val="1100"/>
              <a:buFont typeface="Arial"/>
              <a:buAutoNum type="romanUcPeriod" startAt="4"/>
            </a:pPr>
            <a:endParaRPr lang="en-US" sz="1200"/>
          </a:p>
          <a:p>
            <a:pPr marL="285750" lvl="0" indent="-285750" algn="l" rtl="0">
              <a:spcBef>
                <a:spcPts val="600"/>
              </a:spcBef>
              <a:spcAft>
                <a:spcPts val="0"/>
              </a:spcAft>
              <a:buClr>
                <a:schemeClr val="dk1"/>
              </a:buClr>
              <a:buSzPts val="1100"/>
              <a:buFont typeface="Arial"/>
              <a:buAutoNum type="romanUcPeriod" startAt="4"/>
            </a:pPr>
            <a:endParaRPr lang="en-US" sz="1200" smtClean="0"/>
          </a:p>
          <a:p>
            <a:pPr marL="0" lvl="0" indent="0" algn="l" rtl="0">
              <a:spcBef>
                <a:spcPts val="600"/>
              </a:spcBef>
              <a:spcAft>
                <a:spcPts val="0"/>
              </a:spcAft>
              <a:buClr>
                <a:schemeClr val="dk1"/>
              </a:buClr>
              <a:buSzPts val="1100"/>
              <a:buFont typeface="Arial"/>
              <a:buNone/>
            </a:pPr>
            <a:endParaRPr sz="1200"/>
          </a:p>
          <a:p>
            <a:pPr marL="0" lvl="0" indent="0" algn="l" rtl="0">
              <a:spcBef>
                <a:spcPts val="600"/>
              </a:spcBef>
              <a:spcAft>
                <a:spcPts val="0"/>
              </a:spcAft>
              <a:buNone/>
            </a:pPr>
            <a:endParaRPr sz="1200"/>
          </a:p>
        </p:txBody>
      </p:sp>
      <p:sp>
        <p:nvSpPr>
          <p:cNvPr id="67" name="Google Shape;67;p14"/>
          <p:cNvSpPr txBox="1">
            <a:spLocks noGrp="1"/>
          </p:cNvSpPr>
          <p:nvPr>
            <p:ph type="body" idx="2"/>
          </p:nvPr>
        </p:nvSpPr>
        <p:spPr>
          <a:xfrm>
            <a:off x="5504929" y="361950"/>
            <a:ext cx="3181800" cy="3347100"/>
          </a:xfrm>
          <a:prstGeom prst="rect">
            <a:avLst/>
          </a:prstGeom>
        </p:spPr>
        <p:txBody>
          <a:bodyPr spcFirstLastPara="1" wrap="square" lIns="91425" tIns="91425" rIns="91425" bIns="91425" anchor="t" anchorCtr="0">
            <a:noAutofit/>
          </a:bodyPr>
          <a:lstStyle/>
          <a:p>
            <a:pPr marL="0" lvl="0" indent="0" algn="l" rtl="0">
              <a:spcBef>
                <a:spcPts val="600"/>
              </a:spcBef>
              <a:spcAft>
                <a:spcPts val="0"/>
              </a:spcAft>
              <a:buNone/>
            </a:pPr>
            <a:r>
              <a:rPr lang="en" sz="1800" b="1" smtClean="0"/>
              <a:t>Phần 2: Định hướng bản thân</a:t>
            </a:r>
            <a:endParaRPr sz="1800"/>
          </a:p>
        </p:txBody>
      </p:sp>
      <p:sp>
        <p:nvSpPr>
          <p:cNvPr id="69" name="Google Shape;69;p14"/>
          <p:cNvSpPr txBox="1">
            <a:spLocks noGrp="1"/>
          </p:cNvSpPr>
          <p:nvPr>
            <p:ph type="sldNum" idx="12"/>
          </p:nvPr>
        </p:nvSpPr>
        <p:spPr>
          <a:xfrm>
            <a:off x="109075" y="146024"/>
            <a:ext cx="1807200" cy="1252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fld id="{00000000-1234-1234-1234-123412341234}" type="slidenum">
              <a:rPr lang="en"/>
              <a:t>2</a:t>
            </a:fld>
            <a:endParaRPr/>
          </a:p>
        </p:txBody>
      </p:sp>
      <p:sp>
        <p:nvSpPr>
          <p:cNvPr id="70" name="Google Shape;70;p14"/>
          <p:cNvSpPr txBox="1">
            <a:spLocks noGrp="1"/>
          </p:cNvSpPr>
          <p:nvPr>
            <p:ph type="title"/>
          </p:nvPr>
        </p:nvSpPr>
        <p:spPr>
          <a:xfrm>
            <a:off x="203875" y="1626750"/>
            <a:ext cx="1882800" cy="857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1700" smtClean="0"/>
              <a:t>Mục lục</a:t>
            </a:r>
            <a:endParaRPr sz="170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74"/>
        <p:cNvGrpSpPr/>
        <p:nvPr/>
      </p:nvGrpSpPr>
      <p:grpSpPr>
        <a:xfrm>
          <a:off x="0" y="0"/>
          <a:ext cx="0" cy="0"/>
          <a:chOff x="0" y="0"/>
          <a:chExt cx="0" cy="0"/>
        </a:xfrm>
      </p:grpSpPr>
      <p:sp>
        <p:nvSpPr>
          <p:cNvPr id="75" name="Google Shape;75;p15"/>
          <p:cNvSpPr txBox="1">
            <a:spLocks noGrp="1"/>
          </p:cNvSpPr>
          <p:nvPr>
            <p:ph type="ctrTitle" idx="4294967295"/>
          </p:nvPr>
        </p:nvSpPr>
        <p:spPr>
          <a:xfrm>
            <a:off x="8297793" y="146024"/>
            <a:ext cx="846207" cy="386964"/>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400" err="1" smtClean="0">
                <a:solidFill>
                  <a:schemeClr val="accent3"/>
                </a:solidFill>
              </a:rPr>
              <a:t>Phần</a:t>
            </a:r>
            <a:r>
              <a:rPr lang="en-US" sz="1400" smtClean="0">
                <a:solidFill>
                  <a:schemeClr val="accent3"/>
                </a:solidFill>
              </a:rPr>
              <a:t> I</a:t>
            </a:r>
            <a:endParaRPr sz="1400">
              <a:solidFill>
                <a:schemeClr val="accent3"/>
              </a:solidFill>
            </a:endParaRPr>
          </a:p>
        </p:txBody>
      </p:sp>
      <p:sp>
        <p:nvSpPr>
          <p:cNvPr id="76" name="Google Shape;76;p15"/>
          <p:cNvSpPr txBox="1">
            <a:spLocks noGrp="1"/>
          </p:cNvSpPr>
          <p:nvPr>
            <p:ph type="subTitle" idx="4294967295"/>
          </p:nvPr>
        </p:nvSpPr>
        <p:spPr>
          <a:xfrm>
            <a:off x="2195700" y="13950"/>
            <a:ext cx="4303071" cy="737164"/>
          </a:xfrm>
          <a:prstGeom prst="rect">
            <a:avLst/>
          </a:prstGeom>
        </p:spPr>
        <p:txBody>
          <a:bodyPr spcFirstLastPara="1" wrap="square" lIns="91425" tIns="91425" rIns="91425" bIns="91425" anchor="t" anchorCtr="0">
            <a:noAutofit/>
          </a:bodyPr>
          <a:lstStyle/>
          <a:p>
            <a:pPr marL="0" lvl="0" indent="0" algn="l" rtl="0">
              <a:spcBef>
                <a:spcPts val="600"/>
              </a:spcBef>
              <a:spcAft>
                <a:spcPts val="0"/>
              </a:spcAft>
              <a:buNone/>
            </a:pPr>
            <a:r>
              <a:rPr lang="en-US" sz="2400" b="1" smtClean="0"/>
              <a:t>I. Công nghệ thông tin là gì?</a:t>
            </a:r>
            <a:endParaRPr sz="2400" b="1"/>
          </a:p>
        </p:txBody>
      </p:sp>
      <p:pic>
        <p:nvPicPr>
          <p:cNvPr id="77" name="Google Shape;77;p15" descr="photo-1434030216411-0b793f4b4173.jpg"/>
          <p:cNvPicPr preferRelativeResize="0"/>
          <p:nvPr/>
        </p:nvPicPr>
        <p:blipFill rotWithShape="1">
          <a:blip r:embed="rId3">
            <a:alphaModFix/>
          </a:blip>
          <a:srcRect l="28831" r="30600"/>
          <a:stretch/>
        </p:blipFill>
        <p:spPr>
          <a:xfrm>
            <a:off x="0" y="0"/>
            <a:ext cx="2086625" cy="5143500"/>
          </a:xfrm>
          <a:prstGeom prst="rect">
            <a:avLst/>
          </a:prstGeom>
          <a:noFill/>
          <a:ln>
            <a:noFill/>
          </a:ln>
        </p:spPr>
      </p:pic>
      <p:sp>
        <p:nvSpPr>
          <p:cNvPr id="78" name="Google Shape;78;p15"/>
          <p:cNvSpPr txBox="1">
            <a:spLocks noGrp="1"/>
          </p:cNvSpPr>
          <p:nvPr>
            <p:ph type="sldNum" idx="12"/>
          </p:nvPr>
        </p:nvSpPr>
        <p:spPr>
          <a:xfrm>
            <a:off x="109075" y="146024"/>
            <a:ext cx="1807200" cy="1252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fld id="{00000000-1234-1234-1234-123412341234}" type="slidenum">
              <a:rPr lang="en">
                <a:solidFill>
                  <a:srgbClr val="FFFFFF"/>
                </a:solidFill>
              </a:rPr>
              <a:t>3</a:t>
            </a:fld>
            <a:endParaRPr>
              <a:solidFill>
                <a:srgbClr val="FFFFFF"/>
              </a:solidFill>
            </a:endParaRPr>
          </a:p>
        </p:txBody>
      </p:sp>
      <p:sp>
        <p:nvSpPr>
          <p:cNvPr id="6" name="Google Shape;76;p15"/>
          <p:cNvSpPr txBox="1">
            <a:spLocks/>
          </p:cNvSpPr>
          <p:nvPr/>
        </p:nvSpPr>
        <p:spPr>
          <a:xfrm>
            <a:off x="2195700" y="619372"/>
            <a:ext cx="6752357" cy="915976"/>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419100" algn="l" rtl="0">
              <a:lnSpc>
                <a:spcPct val="100000"/>
              </a:lnSpc>
              <a:spcBef>
                <a:spcPts val="600"/>
              </a:spcBef>
              <a:spcAft>
                <a:spcPts val="0"/>
              </a:spcAft>
              <a:buClr>
                <a:schemeClr val="accent3"/>
              </a:buClr>
              <a:buSzPts val="3000"/>
              <a:buFont typeface="Roboto"/>
              <a:buChar char="▸"/>
              <a:defRPr sz="3000" b="0" i="0" u="none" strike="noStrike" cap="none">
                <a:solidFill>
                  <a:schemeClr val="dk1"/>
                </a:solidFill>
                <a:latin typeface="Roboto"/>
                <a:ea typeface="Roboto"/>
                <a:cs typeface="Roboto"/>
                <a:sym typeface="Roboto"/>
              </a:defRPr>
            </a:lvl1pPr>
            <a:lvl2pPr marL="914400" marR="0" lvl="1" indent="-381000" algn="l" rtl="0">
              <a:lnSpc>
                <a:spcPct val="100000"/>
              </a:lnSpc>
              <a:spcBef>
                <a:spcPts val="0"/>
              </a:spcBef>
              <a:spcAft>
                <a:spcPts val="0"/>
              </a:spcAft>
              <a:buClr>
                <a:schemeClr val="accent3"/>
              </a:buClr>
              <a:buSzPts val="2400"/>
              <a:buFont typeface="Roboto"/>
              <a:buChar char="▹"/>
              <a:defRPr sz="2400" b="0" i="0" u="none" strike="noStrike" cap="none">
                <a:solidFill>
                  <a:schemeClr val="dk1"/>
                </a:solidFill>
                <a:latin typeface="Roboto"/>
                <a:ea typeface="Roboto"/>
                <a:cs typeface="Roboto"/>
                <a:sym typeface="Roboto"/>
              </a:defRPr>
            </a:lvl2pPr>
            <a:lvl3pPr marL="1371600" marR="0" lvl="2" indent="-381000" algn="l" rtl="0">
              <a:lnSpc>
                <a:spcPct val="100000"/>
              </a:lnSpc>
              <a:spcBef>
                <a:spcPts val="0"/>
              </a:spcBef>
              <a:spcAft>
                <a:spcPts val="0"/>
              </a:spcAft>
              <a:buClr>
                <a:schemeClr val="accent3"/>
              </a:buClr>
              <a:buSzPts val="2400"/>
              <a:buFont typeface="Roboto"/>
              <a:buChar char="■"/>
              <a:defRPr sz="2400" b="0" i="0" u="none" strike="noStrike" cap="none">
                <a:solidFill>
                  <a:schemeClr val="dk1"/>
                </a:solidFill>
                <a:latin typeface="Roboto"/>
                <a:ea typeface="Roboto"/>
                <a:cs typeface="Roboto"/>
                <a:sym typeface="Roboto"/>
              </a:defRPr>
            </a:lvl3pPr>
            <a:lvl4pPr marL="1828800" marR="0" lvl="3" indent="-342900" algn="l" rtl="0">
              <a:lnSpc>
                <a:spcPct val="100000"/>
              </a:lnSpc>
              <a:spcBef>
                <a:spcPts val="0"/>
              </a:spcBef>
              <a:spcAft>
                <a:spcPts val="0"/>
              </a:spcAft>
              <a:buClr>
                <a:schemeClr val="dk1"/>
              </a:buClr>
              <a:buSzPts val="1800"/>
              <a:buFont typeface="Roboto"/>
              <a:buChar char="●"/>
              <a:defRPr sz="1800" b="0" i="0" u="none" strike="noStrike" cap="none">
                <a:solidFill>
                  <a:schemeClr val="dk1"/>
                </a:solidFill>
                <a:latin typeface="Roboto"/>
                <a:ea typeface="Roboto"/>
                <a:cs typeface="Roboto"/>
                <a:sym typeface="Roboto"/>
              </a:defRPr>
            </a:lvl4pPr>
            <a:lvl5pPr marL="2286000" marR="0" lvl="4" indent="-342900" algn="l" rtl="0">
              <a:lnSpc>
                <a:spcPct val="100000"/>
              </a:lnSpc>
              <a:spcBef>
                <a:spcPts val="0"/>
              </a:spcBef>
              <a:spcAft>
                <a:spcPts val="0"/>
              </a:spcAft>
              <a:buClr>
                <a:schemeClr val="dk1"/>
              </a:buClr>
              <a:buSzPts val="1800"/>
              <a:buFont typeface="Roboto"/>
              <a:buChar char="○"/>
              <a:defRPr sz="1800" b="0" i="0" u="none" strike="noStrike" cap="none">
                <a:solidFill>
                  <a:schemeClr val="dk1"/>
                </a:solidFill>
                <a:latin typeface="Roboto"/>
                <a:ea typeface="Roboto"/>
                <a:cs typeface="Roboto"/>
                <a:sym typeface="Roboto"/>
              </a:defRPr>
            </a:lvl5pPr>
            <a:lvl6pPr marL="2743200" marR="0" lvl="5" indent="-342900" algn="l" rtl="0">
              <a:lnSpc>
                <a:spcPct val="100000"/>
              </a:lnSpc>
              <a:spcBef>
                <a:spcPts val="0"/>
              </a:spcBef>
              <a:spcAft>
                <a:spcPts val="0"/>
              </a:spcAft>
              <a:buClr>
                <a:schemeClr val="dk1"/>
              </a:buClr>
              <a:buSzPts val="1800"/>
              <a:buFont typeface="Roboto"/>
              <a:buChar char="■"/>
              <a:defRPr sz="1800" b="0" i="0" u="none" strike="noStrike" cap="none">
                <a:solidFill>
                  <a:schemeClr val="dk1"/>
                </a:solidFill>
                <a:latin typeface="Roboto"/>
                <a:ea typeface="Roboto"/>
                <a:cs typeface="Roboto"/>
                <a:sym typeface="Roboto"/>
              </a:defRPr>
            </a:lvl6pPr>
            <a:lvl7pPr marL="3200400" marR="0" lvl="6" indent="-342900" algn="l" rtl="0">
              <a:lnSpc>
                <a:spcPct val="100000"/>
              </a:lnSpc>
              <a:spcBef>
                <a:spcPts val="0"/>
              </a:spcBef>
              <a:spcAft>
                <a:spcPts val="0"/>
              </a:spcAft>
              <a:buClr>
                <a:schemeClr val="dk1"/>
              </a:buClr>
              <a:buSzPts val="1800"/>
              <a:buFont typeface="Roboto"/>
              <a:buChar char="●"/>
              <a:defRPr sz="1800" b="0" i="0" u="none" strike="noStrike" cap="none">
                <a:solidFill>
                  <a:schemeClr val="dk1"/>
                </a:solidFill>
                <a:latin typeface="Roboto"/>
                <a:ea typeface="Roboto"/>
                <a:cs typeface="Roboto"/>
                <a:sym typeface="Roboto"/>
              </a:defRPr>
            </a:lvl7pPr>
            <a:lvl8pPr marL="3657600" marR="0" lvl="7" indent="-342900" algn="l" rtl="0">
              <a:lnSpc>
                <a:spcPct val="100000"/>
              </a:lnSpc>
              <a:spcBef>
                <a:spcPts val="0"/>
              </a:spcBef>
              <a:spcAft>
                <a:spcPts val="0"/>
              </a:spcAft>
              <a:buClr>
                <a:schemeClr val="dk1"/>
              </a:buClr>
              <a:buSzPts val="1800"/>
              <a:buFont typeface="Roboto"/>
              <a:buChar char="○"/>
              <a:defRPr sz="1800" b="0" i="0" u="none" strike="noStrike" cap="none">
                <a:solidFill>
                  <a:schemeClr val="dk1"/>
                </a:solidFill>
                <a:latin typeface="Roboto"/>
                <a:ea typeface="Roboto"/>
                <a:cs typeface="Roboto"/>
                <a:sym typeface="Roboto"/>
              </a:defRPr>
            </a:lvl8pPr>
            <a:lvl9pPr marL="4114800" marR="0" lvl="8" indent="-342900" algn="l" rtl="0">
              <a:lnSpc>
                <a:spcPct val="100000"/>
              </a:lnSpc>
              <a:spcBef>
                <a:spcPts val="0"/>
              </a:spcBef>
              <a:spcAft>
                <a:spcPts val="0"/>
              </a:spcAft>
              <a:buClr>
                <a:schemeClr val="dk1"/>
              </a:buClr>
              <a:buSzPts val="1800"/>
              <a:buFont typeface="Roboto"/>
              <a:buChar char="■"/>
              <a:defRPr sz="1800" b="0" i="0" u="none" strike="noStrike" cap="none">
                <a:solidFill>
                  <a:schemeClr val="dk1"/>
                </a:solidFill>
                <a:latin typeface="Roboto"/>
                <a:ea typeface="Roboto"/>
                <a:cs typeface="Roboto"/>
                <a:sym typeface="Roboto"/>
              </a:defRPr>
            </a:lvl9pPr>
          </a:lstStyle>
          <a:p>
            <a:pPr marL="0" indent="0">
              <a:buNone/>
            </a:pPr>
            <a:r>
              <a:rPr lang="en-US" sz="2400" b="1" smtClean="0"/>
              <a:t>- IT(</a:t>
            </a:r>
            <a:r>
              <a:rPr lang="en-US" sz="2400"/>
              <a:t>Information </a:t>
            </a:r>
            <a:r>
              <a:rPr lang="en-US" sz="2400" smtClean="0"/>
              <a:t>Technology)</a:t>
            </a:r>
            <a:endParaRPr lang="en-US" sz="2400" b="1"/>
          </a:p>
        </p:txBody>
      </p:sp>
      <p:sp>
        <p:nvSpPr>
          <p:cNvPr id="7" name="Google Shape;76;p15"/>
          <p:cNvSpPr txBox="1">
            <a:spLocks/>
          </p:cNvSpPr>
          <p:nvPr/>
        </p:nvSpPr>
        <p:spPr>
          <a:xfrm>
            <a:off x="2195700" y="1374965"/>
            <a:ext cx="6752357" cy="784233"/>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419100" algn="l" rtl="0">
              <a:lnSpc>
                <a:spcPct val="100000"/>
              </a:lnSpc>
              <a:spcBef>
                <a:spcPts val="600"/>
              </a:spcBef>
              <a:spcAft>
                <a:spcPts val="0"/>
              </a:spcAft>
              <a:buClr>
                <a:schemeClr val="accent3"/>
              </a:buClr>
              <a:buSzPts val="3000"/>
              <a:buFont typeface="Roboto"/>
              <a:buChar char="▸"/>
              <a:defRPr sz="3000" b="0" i="0" u="none" strike="noStrike" cap="none">
                <a:solidFill>
                  <a:schemeClr val="dk1"/>
                </a:solidFill>
                <a:latin typeface="Roboto"/>
                <a:ea typeface="Roboto"/>
                <a:cs typeface="Roboto"/>
                <a:sym typeface="Roboto"/>
              </a:defRPr>
            </a:lvl1pPr>
            <a:lvl2pPr marL="914400" marR="0" lvl="1" indent="-381000" algn="l" rtl="0">
              <a:lnSpc>
                <a:spcPct val="100000"/>
              </a:lnSpc>
              <a:spcBef>
                <a:spcPts val="0"/>
              </a:spcBef>
              <a:spcAft>
                <a:spcPts val="0"/>
              </a:spcAft>
              <a:buClr>
                <a:schemeClr val="accent3"/>
              </a:buClr>
              <a:buSzPts val="2400"/>
              <a:buFont typeface="Roboto"/>
              <a:buChar char="▹"/>
              <a:defRPr sz="2400" b="0" i="0" u="none" strike="noStrike" cap="none">
                <a:solidFill>
                  <a:schemeClr val="dk1"/>
                </a:solidFill>
                <a:latin typeface="Roboto"/>
                <a:ea typeface="Roboto"/>
                <a:cs typeface="Roboto"/>
                <a:sym typeface="Roboto"/>
              </a:defRPr>
            </a:lvl2pPr>
            <a:lvl3pPr marL="1371600" marR="0" lvl="2" indent="-381000" algn="l" rtl="0">
              <a:lnSpc>
                <a:spcPct val="100000"/>
              </a:lnSpc>
              <a:spcBef>
                <a:spcPts val="0"/>
              </a:spcBef>
              <a:spcAft>
                <a:spcPts val="0"/>
              </a:spcAft>
              <a:buClr>
                <a:schemeClr val="accent3"/>
              </a:buClr>
              <a:buSzPts val="2400"/>
              <a:buFont typeface="Roboto"/>
              <a:buChar char="■"/>
              <a:defRPr sz="2400" b="0" i="0" u="none" strike="noStrike" cap="none">
                <a:solidFill>
                  <a:schemeClr val="dk1"/>
                </a:solidFill>
                <a:latin typeface="Roboto"/>
                <a:ea typeface="Roboto"/>
                <a:cs typeface="Roboto"/>
                <a:sym typeface="Roboto"/>
              </a:defRPr>
            </a:lvl3pPr>
            <a:lvl4pPr marL="1828800" marR="0" lvl="3" indent="-342900" algn="l" rtl="0">
              <a:lnSpc>
                <a:spcPct val="100000"/>
              </a:lnSpc>
              <a:spcBef>
                <a:spcPts val="0"/>
              </a:spcBef>
              <a:spcAft>
                <a:spcPts val="0"/>
              </a:spcAft>
              <a:buClr>
                <a:schemeClr val="dk1"/>
              </a:buClr>
              <a:buSzPts val="1800"/>
              <a:buFont typeface="Roboto"/>
              <a:buChar char="●"/>
              <a:defRPr sz="1800" b="0" i="0" u="none" strike="noStrike" cap="none">
                <a:solidFill>
                  <a:schemeClr val="dk1"/>
                </a:solidFill>
                <a:latin typeface="Roboto"/>
                <a:ea typeface="Roboto"/>
                <a:cs typeface="Roboto"/>
                <a:sym typeface="Roboto"/>
              </a:defRPr>
            </a:lvl4pPr>
            <a:lvl5pPr marL="2286000" marR="0" lvl="4" indent="-342900" algn="l" rtl="0">
              <a:lnSpc>
                <a:spcPct val="100000"/>
              </a:lnSpc>
              <a:spcBef>
                <a:spcPts val="0"/>
              </a:spcBef>
              <a:spcAft>
                <a:spcPts val="0"/>
              </a:spcAft>
              <a:buClr>
                <a:schemeClr val="dk1"/>
              </a:buClr>
              <a:buSzPts val="1800"/>
              <a:buFont typeface="Roboto"/>
              <a:buChar char="○"/>
              <a:defRPr sz="1800" b="0" i="0" u="none" strike="noStrike" cap="none">
                <a:solidFill>
                  <a:schemeClr val="dk1"/>
                </a:solidFill>
                <a:latin typeface="Roboto"/>
                <a:ea typeface="Roboto"/>
                <a:cs typeface="Roboto"/>
                <a:sym typeface="Roboto"/>
              </a:defRPr>
            </a:lvl5pPr>
            <a:lvl6pPr marL="2743200" marR="0" lvl="5" indent="-342900" algn="l" rtl="0">
              <a:lnSpc>
                <a:spcPct val="100000"/>
              </a:lnSpc>
              <a:spcBef>
                <a:spcPts val="0"/>
              </a:spcBef>
              <a:spcAft>
                <a:spcPts val="0"/>
              </a:spcAft>
              <a:buClr>
                <a:schemeClr val="dk1"/>
              </a:buClr>
              <a:buSzPts val="1800"/>
              <a:buFont typeface="Roboto"/>
              <a:buChar char="■"/>
              <a:defRPr sz="1800" b="0" i="0" u="none" strike="noStrike" cap="none">
                <a:solidFill>
                  <a:schemeClr val="dk1"/>
                </a:solidFill>
                <a:latin typeface="Roboto"/>
                <a:ea typeface="Roboto"/>
                <a:cs typeface="Roboto"/>
                <a:sym typeface="Roboto"/>
              </a:defRPr>
            </a:lvl6pPr>
            <a:lvl7pPr marL="3200400" marR="0" lvl="6" indent="-342900" algn="l" rtl="0">
              <a:lnSpc>
                <a:spcPct val="100000"/>
              </a:lnSpc>
              <a:spcBef>
                <a:spcPts val="0"/>
              </a:spcBef>
              <a:spcAft>
                <a:spcPts val="0"/>
              </a:spcAft>
              <a:buClr>
                <a:schemeClr val="dk1"/>
              </a:buClr>
              <a:buSzPts val="1800"/>
              <a:buFont typeface="Roboto"/>
              <a:buChar char="●"/>
              <a:defRPr sz="1800" b="0" i="0" u="none" strike="noStrike" cap="none">
                <a:solidFill>
                  <a:schemeClr val="dk1"/>
                </a:solidFill>
                <a:latin typeface="Roboto"/>
                <a:ea typeface="Roboto"/>
                <a:cs typeface="Roboto"/>
                <a:sym typeface="Roboto"/>
              </a:defRPr>
            </a:lvl7pPr>
            <a:lvl8pPr marL="3657600" marR="0" lvl="7" indent="-342900" algn="l" rtl="0">
              <a:lnSpc>
                <a:spcPct val="100000"/>
              </a:lnSpc>
              <a:spcBef>
                <a:spcPts val="0"/>
              </a:spcBef>
              <a:spcAft>
                <a:spcPts val="0"/>
              </a:spcAft>
              <a:buClr>
                <a:schemeClr val="dk1"/>
              </a:buClr>
              <a:buSzPts val="1800"/>
              <a:buFont typeface="Roboto"/>
              <a:buChar char="○"/>
              <a:defRPr sz="1800" b="0" i="0" u="none" strike="noStrike" cap="none">
                <a:solidFill>
                  <a:schemeClr val="dk1"/>
                </a:solidFill>
                <a:latin typeface="Roboto"/>
                <a:ea typeface="Roboto"/>
                <a:cs typeface="Roboto"/>
                <a:sym typeface="Roboto"/>
              </a:defRPr>
            </a:lvl8pPr>
            <a:lvl9pPr marL="4114800" marR="0" lvl="8" indent="-342900" algn="l" rtl="0">
              <a:lnSpc>
                <a:spcPct val="100000"/>
              </a:lnSpc>
              <a:spcBef>
                <a:spcPts val="0"/>
              </a:spcBef>
              <a:spcAft>
                <a:spcPts val="0"/>
              </a:spcAft>
              <a:buClr>
                <a:schemeClr val="dk1"/>
              </a:buClr>
              <a:buSzPts val="1800"/>
              <a:buFont typeface="Roboto"/>
              <a:buChar char="■"/>
              <a:defRPr sz="1800" b="0" i="0" u="none" strike="noStrike" cap="none">
                <a:solidFill>
                  <a:schemeClr val="dk1"/>
                </a:solidFill>
                <a:latin typeface="Roboto"/>
                <a:ea typeface="Roboto"/>
                <a:cs typeface="Roboto"/>
                <a:sym typeface="Roboto"/>
              </a:defRPr>
            </a:lvl9pPr>
          </a:lstStyle>
          <a:p>
            <a:pPr marL="0" indent="0">
              <a:buNone/>
            </a:pPr>
            <a:r>
              <a:rPr lang="en-US" sz="2400" smtClean="0"/>
              <a:t>- Là </a:t>
            </a:r>
            <a:r>
              <a:rPr lang="en-US" sz="2400"/>
              <a:t>thuật ngữ bao gồm phần mềm, mạng lưới internet, hệ thống máy </a:t>
            </a:r>
            <a:r>
              <a:rPr lang="en-US" sz="2400" smtClean="0"/>
              <a:t>tính</a:t>
            </a:r>
            <a:r>
              <a:rPr lang="en-US" sz="2400"/>
              <a:t>sử dụng cho phân phối và xử lý dữ liệu cũng như trao đổi, lưu giữ và sử dụng thông tin</a:t>
            </a:r>
            <a:endParaRPr lang="en-US" sz="2400" b="1"/>
          </a:p>
        </p:txBody>
      </p:sp>
      <p:sp>
        <p:nvSpPr>
          <p:cNvPr id="8" name="Google Shape;76;p15"/>
          <p:cNvSpPr txBox="1">
            <a:spLocks/>
          </p:cNvSpPr>
          <p:nvPr/>
        </p:nvSpPr>
        <p:spPr>
          <a:xfrm>
            <a:off x="2086625" y="3218456"/>
            <a:ext cx="6752357" cy="784233"/>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419100" algn="l" rtl="0">
              <a:lnSpc>
                <a:spcPct val="100000"/>
              </a:lnSpc>
              <a:spcBef>
                <a:spcPts val="600"/>
              </a:spcBef>
              <a:spcAft>
                <a:spcPts val="0"/>
              </a:spcAft>
              <a:buClr>
                <a:schemeClr val="accent3"/>
              </a:buClr>
              <a:buSzPts val="3000"/>
              <a:buFont typeface="Roboto"/>
              <a:buChar char="▸"/>
              <a:defRPr sz="3000" b="0" i="0" u="none" strike="noStrike" cap="none">
                <a:solidFill>
                  <a:schemeClr val="dk1"/>
                </a:solidFill>
                <a:latin typeface="Roboto"/>
                <a:ea typeface="Roboto"/>
                <a:cs typeface="Roboto"/>
                <a:sym typeface="Roboto"/>
              </a:defRPr>
            </a:lvl1pPr>
            <a:lvl2pPr marL="914400" marR="0" lvl="1" indent="-381000" algn="l" rtl="0">
              <a:lnSpc>
                <a:spcPct val="100000"/>
              </a:lnSpc>
              <a:spcBef>
                <a:spcPts val="0"/>
              </a:spcBef>
              <a:spcAft>
                <a:spcPts val="0"/>
              </a:spcAft>
              <a:buClr>
                <a:schemeClr val="accent3"/>
              </a:buClr>
              <a:buSzPts val="2400"/>
              <a:buFont typeface="Roboto"/>
              <a:buChar char="▹"/>
              <a:defRPr sz="2400" b="0" i="0" u="none" strike="noStrike" cap="none">
                <a:solidFill>
                  <a:schemeClr val="dk1"/>
                </a:solidFill>
                <a:latin typeface="Roboto"/>
                <a:ea typeface="Roboto"/>
                <a:cs typeface="Roboto"/>
                <a:sym typeface="Roboto"/>
              </a:defRPr>
            </a:lvl2pPr>
            <a:lvl3pPr marL="1371600" marR="0" lvl="2" indent="-381000" algn="l" rtl="0">
              <a:lnSpc>
                <a:spcPct val="100000"/>
              </a:lnSpc>
              <a:spcBef>
                <a:spcPts val="0"/>
              </a:spcBef>
              <a:spcAft>
                <a:spcPts val="0"/>
              </a:spcAft>
              <a:buClr>
                <a:schemeClr val="accent3"/>
              </a:buClr>
              <a:buSzPts val="2400"/>
              <a:buFont typeface="Roboto"/>
              <a:buChar char="■"/>
              <a:defRPr sz="2400" b="0" i="0" u="none" strike="noStrike" cap="none">
                <a:solidFill>
                  <a:schemeClr val="dk1"/>
                </a:solidFill>
                <a:latin typeface="Roboto"/>
                <a:ea typeface="Roboto"/>
                <a:cs typeface="Roboto"/>
                <a:sym typeface="Roboto"/>
              </a:defRPr>
            </a:lvl3pPr>
            <a:lvl4pPr marL="1828800" marR="0" lvl="3" indent="-342900" algn="l" rtl="0">
              <a:lnSpc>
                <a:spcPct val="100000"/>
              </a:lnSpc>
              <a:spcBef>
                <a:spcPts val="0"/>
              </a:spcBef>
              <a:spcAft>
                <a:spcPts val="0"/>
              </a:spcAft>
              <a:buClr>
                <a:schemeClr val="dk1"/>
              </a:buClr>
              <a:buSzPts val="1800"/>
              <a:buFont typeface="Roboto"/>
              <a:buChar char="●"/>
              <a:defRPr sz="1800" b="0" i="0" u="none" strike="noStrike" cap="none">
                <a:solidFill>
                  <a:schemeClr val="dk1"/>
                </a:solidFill>
                <a:latin typeface="Roboto"/>
                <a:ea typeface="Roboto"/>
                <a:cs typeface="Roboto"/>
                <a:sym typeface="Roboto"/>
              </a:defRPr>
            </a:lvl4pPr>
            <a:lvl5pPr marL="2286000" marR="0" lvl="4" indent="-342900" algn="l" rtl="0">
              <a:lnSpc>
                <a:spcPct val="100000"/>
              </a:lnSpc>
              <a:spcBef>
                <a:spcPts val="0"/>
              </a:spcBef>
              <a:spcAft>
                <a:spcPts val="0"/>
              </a:spcAft>
              <a:buClr>
                <a:schemeClr val="dk1"/>
              </a:buClr>
              <a:buSzPts val="1800"/>
              <a:buFont typeface="Roboto"/>
              <a:buChar char="○"/>
              <a:defRPr sz="1800" b="0" i="0" u="none" strike="noStrike" cap="none">
                <a:solidFill>
                  <a:schemeClr val="dk1"/>
                </a:solidFill>
                <a:latin typeface="Roboto"/>
                <a:ea typeface="Roboto"/>
                <a:cs typeface="Roboto"/>
                <a:sym typeface="Roboto"/>
              </a:defRPr>
            </a:lvl5pPr>
            <a:lvl6pPr marL="2743200" marR="0" lvl="5" indent="-342900" algn="l" rtl="0">
              <a:lnSpc>
                <a:spcPct val="100000"/>
              </a:lnSpc>
              <a:spcBef>
                <a:spcPts val="0"/>
              </a:spcBef>
              <a:spcAft>
                <a:spcPts val="0"/>
              </a:spcAft>
              <a:buClr>
                <a:schemeClr val="dk1"/>
              </a:buClr>
              <a:buSzPts val="1800"/>
              <a:buFont typeface="Roboto"/>
              <a:buChar char="■"/>
              <a:defRPr sz="1800" b="0" i="0" u="none" strike="noStrike" cap="none">
                <a:solidFill>
                  <a:schemeClr val="dk1"/>
                </a:solidFill>
                <a:latin typeface="Roboto"/>
                <a:ea typeface="Roboto"/>
                <a:cs typeface="Roboto"/>
                <a:sym typeface="Roboto"/>
              </a:defRPr>
            </a:lvl6pPr>
            <a:lvl7pPr marL="3200400" marR="0" lvl="6" indent="-342900" algn="l" rtl="0">
              <a:lnSpc>
                <a:spcPct val="100000"/>
              </a:lnSpc>
              <a:spcBef>
                <a:spcPts val="0"/>
              </a:spcBef>
              <a:spcAft>
                <a:spcPts val="0"/>
              </a:spcAft>
              <a:buClr>
                <a:schemeClr val="dk1"/>
              </a:buClr>
              <a:buSzPts val="1800"/>
              <a:buFont typeface="Roboto"/>
              <a:buChar char="●"/>
              <a:defRPr sz="1800" b="0" i="0" u="none" strike="noStrike" cap="none">
                <a:solidFill>
                  <a:schemeClr val="dk1"/>
                </a:solidFill>
                <a:latin typeface="Roboto"/>
                <a:ea typeface="Roboto"/>
                <a:cs typeface="Roboto"/>
                <a:sym typeface="Roboto"/>
              </a:defRPr>
            </a:lvl7pPr>
            <a:lvl8pPr marL="3657600" marR="0" lvl="7" indent="-342900" algn="l" rtl="0">
              <a:lnSpc>
                <a:spcPct val="100000"/>
              </a:lnSpc>
              <a:spcBef>
                <a:spcPts val="0"/>
              </a:spcBef>
              <a:spcAft>
                <a:spcPts val="0"/>
              </a:spcAft>
              <a:buClr>
                <a:schemeClr val="dk1"/>
              </a:buClr>
              <a:buSzPts val="1800"/>
              <a:buFont typeface="Roboto"/>
              <a:buChar char="○"/>
              <a:defRPr sz="1800" b="0" i="0" u="none" strike="noStrike" cap="none">
                <a:solidFill>
                  <a:schemeClr val="dk1"/>
                </a:solidFill>
                <a:latin typeface="Roboto"/>
                <a:ea typeface="Roboto"/>
                <a:cs typeface="Roboto"/>
                <a:sym typeface="Roboto"/>
              </a:defRPr>
            </a:lvl8pPr>
            <a:lvl9pPr marL="4114800" marR="0" lvl="8" indent="-342900" algn="l" rtl="0">
              <a:lnSpc>
                <a:spcPct val="100000"/>
              </a:lnSpc>
              <a:spcBef>
                <a:spcPts val="0"/>
              </a:spcBef>
              <a:spcAft>
                <a:spcPts val="0"/>
              </a:spcAft>
              <a:buClr>
                <a:schemeClr val="dk1"/>
              </a:buClr>
              <a:buSzPts val="1800"/>
              <a:buFont typeface="Roboto"/>
              <a:buChar char="■"/>
              <a:defRPr sz="1800" b="0" i="0" u="none" strike="noStrike" cap="none">
                <a:solidFill>
                  <a:schemeClr val="dk1"/>
                </a:solidFill>
                <a:latin typeface="Roboto"/>
                <a:ea typeface="Roboto"/>
                <a:cs typeface="Roboto"/>
                <a:sym typeface="Roboto"/>
              </a:defRPr>
            </a:lvl9pPr>
          </a:lstStyle>
          <a:p>
            <a:pPr marL="0" indent="0">
              <a:buNone/>
            </a:pPr>
            <a:r>
              <a:rPr lang="en-US" sz="2400" b="1" smtClean="0"/>
              <a:t>- </a:t>
            </a:r>
            <a:r>
              <a:rPr lang="en-US" sz="2400" smtClean="0"/>
              <a:t>Ngành </a:t>
            </a:r>
            <a:r>
              <a:rPr lang="en-US" sz="2400"/>
              <a:t>công nghệ thông tin: “Là tập hợp các phương pháp khoa học, các phương tiện và công cụ kỹ thuật hiện đại - chủ yếu là kỹ thuật máy tính và viễn thông</a:t>
            </a:r>
            <a:endParaRPr lang="en-US" sz="2400" b="1"/>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20"/>
        <p:cNvGrpSpPr/>
        <p:nvPr/>
      </p:nvGrpSpPr>
      <p:grpSpPr>
        <a:xfrm>
          <a:off x="0" y="0"/>
          <a:ext cx="0" cy="0"/>
          <a:chOff x="0" y="0"/>
          <a:chExt cx="0" cy="0"/>
        </a:xfrm>
      </p:grpSpPr>
      <p:sp>
        <p:nvSpPr>
          <p:cNvPr id="121" name="Google Shape;121;p20"/>
          <p:cNvSpPr txBox="1">
            <a:spLocks noGrp="1"/>
          </p:cNvSpPr>
          <p:nvPr>
            <p:ph type="body" idx="1"/>
          </p:nvPr>
        </p:nvSpPr>
        <p:spPr>
          <a:xfrm>
            <a:off x="2544225" y="297368"/>
            <a:ext cx="2981400" cy="1193976"/>
          </a:xfrm>
          <a:prstGeom prst="rect">
            <a:avLst/>
          </a:prstGeom>
        </p:spPr>
        <p:txBody>
          <a:bodyPr spcFirstLastPara="1" wrap="square" lIns="91425" tIns="91425" rIns="91425" bIns="91425" anchor="t" anchorCtr="0">
            <a:noAutofit/>
          </a:bodyPr>
          <a:lstStyle/>
          <a:p>
            <a:pPr marL="0" lvl="0" indent="0" algn="l" rtl="0">
              <a:spcBef>
                <a:spcPts val="600"/>
              </a:spcBef>
              <a:spcAft>
                <a:spcPts val="0"/>
              </a:spcAft>
              <a:buNone/>
            </a:pPr>
            <a:r>
              <a:rPr lang="en-US" smtClean="0"/>
              <a:t>1.Tính cẩn thận</a:t>
            </a:r>
            <a:endParaRPr/>
          </a:p>
        </p:txBody>
      </p:sp>
      <p:sp>
        <p:nvSpPr>
          <p:cNvPr id="122" name="Google Shape;122;p20"/>
          <p:cNvSpPr txBox="1">
            <a:spLocks noGrp="1"/>
          </p:cNvSpPr>
          <p:nvPr>
            <p:ph type="title"/>
          </p:nvPr>
        </p:nvSpPr>
        <p:spPr>
          <a:xfrm>
            <a:off x="203875" y="1626750"/>
            <a:ext cx="1712400" cy="857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2400" smtClean="0"/>
              <a:t>II) Khi học công nghệ thông tin cần những tố chất gì?</a:t>
            </a:r>
            <a:endParaRPr sz="2400"/>
          </a:p>
        </p:txBody>
      </p:sp>
      <p:sp>
        <p:nvSpPr>
          <p:cNvPr id="123" name="Google Shape;123;p20"/>
          <p:cNvSpPr txBox="1">
            <a:spLocks noGrp="1"/>
          </p:cNvSpPr>
          <p:nvPr>
            <p:ph type="body" idx="2"/>
          </p:nvPr>
        </p:nvSpPr>
        <p:spPr>
          <a:xfrm>
            <a:off x="5344886" y="315996"/>
            <a:ext cx="3314539" cy="758547"/>
          </a:xfrm>
          <a:prstGeom prst="rect">
            <a:avLst/>
          </a:prstGeom>
        </p:spPr>
        <p:txBody>
          <a:bodyPr spcFirstLastPara="1" wrap="square" lIns="91425" tIns="91425" rIns="91425" bIns="91425" anchor="t" anchorCtr="0">
            <a:noAutofit/>
          </a:bodyPr>
          <a:lstStyle/>
          <a:p>
            <a:pPr marL="0" lvl="0" indent="0" algn="l" rtl="0">
              <a:spcBef>
                <a:spcPts val="600"/>
              </a:spcBef>
              <a:spcAft>
                <a:spcPts val="0"/>
              </a:spcAft>
              <a:buNone/>
            </a:pPr>
            <a:r>
              <a:rPr lang="en-US" b="1" smtClean="0"/>
              <a:t>4.Ngoại ngữ</a:t>
            </a:r>
            <a:endParaRPr/>
          </a:p>
        </p:txBody>
      </p:sp>
      <p:sp>
        <p:nvSpPr>
          <p:cNvPr id="124" name="Google Shape;124;p20"/>
          <p:cNvSpPr txBox="1">
            <a:spLocks noGrp="1"/>
          </p:cNvSpPr>
          <p:nvPr>
            <p:ph type="sldNum" idx="12"/>
          </p:nvPr>
        </p:nvSpPr>
        <p:spPr>
          <a:xfrm>
            <a:off x="109075" y="146024"/>
            <a:ext cx="1807200" cy="1252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fld id="{00000000-1234-1234-1234-123412341234}" type="slidenum">
              <a:rPr lang="en"/>
              <a:t>4</a:t>
            </a:fld>
            <a:endParaRPr/>
          </a:p>
        </p:txBody>
      </p:sp>
      <p:sp>
        <p:nvSpPr>
          <p:cNvPr id="6" name="Google Shape;75;p15"/>
          <p:cNvSpPr txBox="1">
            <a:spLocks/>
          </p:cNvSpPr>
          <p:nvPr/>
        </p:nvSpPr>
        <p:spPr>
          <a:xfrm>
            <a:off x="8297793" y="146024"/>
            <a:ext cx="846207" cy="386964"/>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lt1"/>
              </a:buClr>
              <a:buSzPts val="1800"/>
              <a:buFont typeface="Montserrat"/>
              <a:buNone/>
              <a:defRPr sz="1800" b="1" i="0" u="none" strike="noStrike" cap="none">
                <a:solidFill>
                  <a:schemeClr val="lt1"/>
                </a:solidFill>
                <a:latin typeface="Montserrat"/>
                <a:ea typeface="Montserrat"/>
                <a:cs typeface="Montserrat"/>
                <a:sym typeface="Montserrat"/>
              </a:defRPr>
            </a:lvl1pPr>
            <a:lvl2pPr marR="0" lvl="1" algn="l" rtl="0">
              <a:lnSpc>
                <a:spcPct val="100000"/>
              </a:lnSpc>
              <a:spcBef>
                <a:spcPts val="0"/>
              </a:spcBef>
              <a:spcAft>
                <a:spcPts val="0"/>
              </a:spcAft>
              <a:buClr>
                <a:schemeClr val="lt1"/>
              </a:buClr>
              <a:buSzPts val="1800"/>
              <a:buFont typeface="Montserrat"/>
              <a:buNone/>
              <a:defRPr sz="1800" b="1" i="0" u="none" strike="noStrike" cap="none">
                <a:solidFill>
                  <a:schemeClr val="lt1"/>
                </a:solidFill>
                <a:latin typeface="Montserrat"/>
                <a:ea typeface="Montserrat"/>
                <a:cs typeface="Montserrat"/>
                <a:sym typeface="Montserrat"/>
              </a:defRPr>
            </a:lvl2pPr>
            <a:lvl3pPr marR="0" lvl="2" algn="l" rtl="0">
              <a:lnSpc>
                <a:spcPct val="100000"/>
              </a:lnSpc>
              <a:spcBef>
                <a:spcPts val="0"/>
              </a:spcBef>
              <a:spcAft>
                <a:spcPts val="0"/>
              </a:spcAft>
              <a:buClr>
                <a:schemeClr val="lt1"/>
              </a:buClr>
              <a:buSzPts val="1800"/>
              <a:buFont typeface="Montserrat"/>
              <a:buNone/>
              <a:defRPr sz="1800" b="1" i="0" u="none" strike="noStrike" cap="none">
                <a:solidFill>
                  <a:schemeClr val="lt1"/>
                </a:solidFill>
                <a:latin typeface="Montserrat"/>
                <a:ea typeface="Montserrat"/>
                <a:cs typeface="Montserrat"/>
                <a:sym typeface="Montserrat"/>
              </a:defRPr>
            </a:lvl3pPr>
            <a:lvl4pPr marR="0" lvl="3" algn="l" rtl="0">
              <a:lnSpc>
                <a:spcPct val="100000"/>
              </a:lnSpc>
              <a:spcBef>
                <a:spcPts val="0"/>
              </a:spcBef>
              <a:spcAft>
                <a:spcPts val="0"/>
              </a:spcAft>
              <a:buClr>
                <a:schemeClr val="lt1"/>
              </a:buClr>
              <a:buSzPts val="1800"/>
              <a:buFont typeface="Montserrat"/>
              <a:buNone/>
              <a:defRPr sz="1800" b="1" i="0" u="none" strike="noStrike" cap="none">
                <a:solidFill>
                  <a:schemeClr val="lt1"/>
                </a:solidFill>
                <a:latin typeface="Montserrat"/>
                <a:ea typeface="Montserrat"/>
                <a:cs typeface="Montserrat"/>
                <a:sym typeface="Montserrat"/>
              </a:defRPr>
            </a:lvl4pPr>
            <a:lvl5pPr marR="0" lvl="4" algn="l" rtl="0">
              <a:lnSpc>
                <a:spcPct val="100000"/>
              </a:lnSpc>
              <a:spcBef>
                <a:spcPts val="0"/>
              </a:spcBef>
              <a:spcAft>
                <a:spcPts val="0"/>
              </a:spcAft>
              <a:buClr>
                <a:schemeClr val="lt1"/>
              </a:buClr>
              <a:buSzPts val="1800"/>
              <a:buFont typeface="Montserrat"/>
              <a:buNone/>
              <a:defRPr sz="1800" b="1" i="0" u="none" strike="noStrike" cap="none">
                <a:solidFill>
                  <a:schemeClr val="lt1"/>
                </a:solidFill>
                <a:latin typeface="Montserrat"/>
                <a:ea typeface="Montserrat"/>
                <a:cs typeface="Montserrat"/>
                <a:sym typeface="Montserrat"/>
              </a:defRPr>
            </a:lvl5pPr>
            <a:lvl6pPr marR="0" lvl="5" algn="l" rtl="0">
              <a:lnSpc>
                <a:spcPct val="100000"/>
              </a:lnSpc>
              <a:spcBef>
                <a:spcPts val="0"/>
              </a:spcBef>
              <a:spcAft>
                <a:spcPts val="0"/>
              </a:spcAft>
              <a:buClr>
                <a:schemeClr val="lt1"/>
              </a:buClr>
              <a:buSzPts val="1800"/>
              <a:buFont typeface="Montserrat"/>
              <a:buNone/>
              <a:defRPr sz="1800" b="1" i="0" u="none" strike="noStrike" cap="none">
                <a:solidFill>
                  <a:schemeClr val="lt1"/>
                </a:solidFill>
                <a:latin typeface="Montserrat"/>
                <a:ea typeface="Montserrat"/>
                <a:cs typeface="Montserrat"/>
                <a:sym typeface="Montserrat"/>
              </a:defRPr>
            </a:lvl6pPr>
            <a:lvl7pPr marR="0" lvl="6" algn="l" rtl="0">
              <a:lnSpc>
                <a:spcPct val="100000"/>
              </a:lnSpc>
              <a:spcBef>
                <a:spcPts val="0"/>
              </a:spcBef>
              <a:spcAft>
                <a:spcPts val="0"/>
              </a:spcAft>
              <a:buClr>
                <a:schemeClr val="lt1"/>
              </a:buClr>
              <a:buSzPts val="1800"/>
              <a:buFont typeface="Montserrat"/>
              <a:buNone/>
              <a:defRPr sz="1800" b="1" i="0" u="none" strike="noStrike" cap="none">
                <a:solidFill>
                  <a:schemeClr val="lt1"/>
                </a:solidFill>
                <a:latin typeface="Montserrat"/>
                <a:ea typeface="Montserrat"/>
                <a:cs typeface="Montserrat"/>
                <a:sym typeface="Montserrat"/>
              </a:defRPr>
            </a:lvl7pPr>
            <a:lvl8pPr marR="0" lvl="7" algn="l" rtl="0">
              <a:lnSpc>
                <a:spcPct val="100000"/>
              </a:lnSpc>
              <a:spcBef>
                <a:spcPts val="0"/>
              </a:spcBef>
              <a:spcAft>
                <a:spcPts val="0"/>
              </a:spcAft>
              <a:buClr>
                <a:schemeClr val="lt1"/>
              </a:buClr>
              <a:buSzPts val="1800"/>
              <a:buFont typeface="Montserrat"/>
              <a:buNone/>
              <a:defRPr sz="1800" b="1" i="0" u="none" strike="noStrike" cap="none">
                <a:solidFill>
                  <a:schemeClr val="lt1"/>
                </a:solidFill>
                <a:latin typeface="Montserrat"/>
                <a:ea typeface="Montserrat"/>
                <a:cs typeface="Montserrat"/>
                <a:sym typeface="Montserrat"/>
              </a:defRPr>
            </a:lvl8pPr>
            <a:lvl9pPr marR="0" lvl="8" algn="l" rtl="0">
              <a:lnSpc>
                <a:spcPct val="100000"/>
              </a:lnSpc>
              <a:spcBef>
                <a:spcPts val="0"/>
              </a:spcBef>
              <a:spcAft>
                <a:spcPts val="0"/>
              </a:spcAft>
              <a:buClr>
                <a:schemeClr val="lt1"/>
              </a:buClr>
              <a:buSzPts val="1800"/>
              <a:buFont typeface="Montserrat"/>
              <a:buNone/>
              <a:defRPr sz="1800" b="1" i="0" u="none" strike="noStrike" cap="none">
                <a:solidFill>
                  <a:schemeClr val="lt1"/>
                </a:solidFill>
                <a:latin typeface="Montserrat"/>
                <a:ea typeface="Montserrat"/>
                <a:cs typeface="Montserrat"/>
                <a:sym typeface="Montserrat"/>
              </a:defRPr>
            </a:lvl9pPr>
          </a:lstStyle>
          <a:p>
            <a:r>
              <a:rPr lang="en-US" sz="1400" smtClean="0">
                <a:solidFill>
                  <a:schemeClr val="accent3"/>
                </a:solidFill>
              </a:rPr>
              <a:t>Phần I</a:t>
            </a:r>
            <a:endParaRPr lang="en-US" sz="1400">
              <a:solidFill>
                <a:schemeClr val="accent3"/>
              </a:solidFill>
            </a:endParaRPr>
          </a:p>
        </p:txBody>
      </p:sp>
      <p:sp>
        <p:nvSpPr>
          <p:cNvPr id="8" name="Google Shape;121;p20"/>
          <p:cNvSpPr txBox="1">
            <a:spLocks/>
          </p:cNvSpPr>
          <p:nvPr/>
        </p:nvSpPr>
        <p:spPr>
          <a:xfrm>
            <a:off x="2544225" y="2055450"/>
            <a:ext cx="2981400" cy="1193976"/>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81000" algn="l" rtl="0">
              <a:lnSpc>
                <a:spcPct val="100000"/>
              </a:lnSpc>
              <a:spcBef>
                <a:spcPts val="600"/>
              </a:spcBef>
              <a:spcAft>
                <a:spcPts val="0"/>
              </a:spcAft>
              <a:buClr>
                <a:schemeClr val="accent3"/>
              </a:buClr>
              <a:buSzPts val="2400"/>
              <a:buFont typeface="Roboto"/>
              <a:buChar char="▸"/>
              <a:defRPr sz="2400" b="0" i="0" u="none" strike="noStrike" cap="none">
                <a:solidFill>
                  <a:schemeClr val="dk1"/>
                </a:solidFill>
                <a:latin typeface="Roboto"/>
                <a:ea typeface="Roboto"/>
                <a:cs typeface="Roboto"/>
                <a:sym typeface="Roboto"/>
              </a:defRPr>
            </a:lvl1pPr>
            <a:lvl2pPr marL="914400" marR="0" lvl="1" indent="-381000" algn="l" rtl="0">
              <a:lnSpc>
                <a:spcPct val="100000"/>
              </a:lnSpc>
              <a:spcBef>
                <a:spcPts val="0"/>
              </a:spcBef>
              <a:spcAft>
                <a:spcPts val="0"/>
              </a:spcAft>
              <a:buClr>
                <a:schemeClr val="accent3"/>
              </a:buClr>
              <a:buSzPts val="2400"/>
              <a:buFont typeface="Roboto"/>
              <a:buChar char="▹"/>
              <a:defRPr sz="2400" b="0" i="0" u="none" strike="noStrike" cap="none">
                <a:solidFill>
                  <a:schemeClr val="dk1"/>
                </a:solidFill>
                <a:latin typeface="Roboto"/>
                <a:ea typeface="Roboto"/>
                <a:cs typeface="Roboto"/>
                <a:sym typeface="Roboto"/>
              </a:defRPr>
            </a:lvl2pPr>
            <a:lvl3pPr marL="1371600" marR="0" lvl="2" indent="-381000" algn="l" rtl="0">
              <a:lnSpc>
                <a:spcPct val="100000"/>
              </a:lnSpc>
              <a:spcBef>
                <a:spcPts val="0"/>
              </a:spcBef>
              <a:spcAft>
                <a:spcPts val="0"/>
              </a:spcAft>
              <a:buClr>
                <a:schemeClr val="accent3"/>
              </a:buClr>
              <a:buSzPts val="2400"/>
              <a:buFont typeface="Roboto"/>
              <a:buChar char="■"/>
              <a:defRPr sz="2400" b="0" i="0" u="none" strike="noStrike" cap="none">
                <a:solidFill>
                  <a:schemeClr val="dk1"/>
                </a:solidFill>
                <a:latin typeface="Roboto"/>
                <a:ea typeface="Roboto"/>
                <a:cs typeface="Roboto"/>
                <a:sym typeface="Roboto"/>
              </a:defRPr>
            </a:lvl3pPr>
            <a:lvl4pPr marL="1828800" marR="0" lvl="3" indent="-381000" algn="l" rtl="0">
              <a:lnSpc>
                <a:spcPct val="100000"/>
              </a:lnSpc>
              <a:spcBef>
                <a:spcPts val="0"/>
              </a:spcBef>
              <a:spcAft>
                <a:spcPts val="0"/>
              </a:spcAft>
              <a:buClr>
                <a:schemeClr val="dk1"/>
              </a:buClr>
              <a:buSzPts val="2400"/>
              <a:buFont typeface="Roboto"/>
              <a:buChar char="●"/>
              <a:defRPr sz="2400" b="0" i="0" u="none" strike="noStrike" cap="none">
                <a:solidFill>
                  <a:schemeClr val="dk1"/>
                </a:solidFill>
                <a:latin typeface="Roboto"/>
                <a:ea typeface="Roboto"/>
                <a:cs typeface="Roboto"/>
                <a:sym typeface="Roboto"/>
              </a:defRPr>
            </a:lvl4pPr>
            <a:lvl5pPr marL="2286000" marR="0" lvl="4" indent="-381000" algn="l" rtl="0">
              <a:lnSpc>
                <a:spcPct val="100000"/>
              </a:lnSpc>
              <a:spcBef>
                <a:spcPts val="0"/>
              </a:spcBef>
              <a:spcAft>
                <a:spcPts val="0"/>
              </a:spcAft>
              <a:buClr>
                <a:schemeClr val="dk1"/>
              </a:buClr>
              <a:buSzPts val="2400"/>
              <a:buFont typeface="Roboto"/>
              <a:buChar char="○"/>
              <a:defRPr sz="2400" b="0" i="0" u="none" strike="noStrike" cap="none">
                <a:solidFill>
                  <a:schemeClr val="dk1"/>
                </a:solidFill>
                <a:latin typeface="Roboto"/>
                <a:ea typeface="Roboto"/>
                <a:cs typeface="Roboto"/>
                <a:sym typeface="Roboto"/>
              </a:defRPr>
            </a:lvl5pPr>
            <a:lvl6pPr marL="2743200" marR="0" lvl="5" indent="-381000" algn="l" rtl="0">
              <a:lnSpc>
                <a:spcPct val="100000"/>
              </a:lnSpc>
              <a:spcBef>
                <a:spcPts val="0"/>
              </a:spcBef>
              <a:spcAft>
                <a:spcPts val="0"/>
              </a:spcAft>
              <a:buClr>
                <a:schemeClr val="dk1"/>
              </a:buClr>
              <a:buSzPts val="2400"/>
              <a:buFont typeface="Roboto"/>
              <a:buChar char="■"/>
              <a:defRPr sz="2400" b="0" i="0" u="none" strike="noStrike" cap="none">
                <a:solidFill>
                  <a:schemeClr val="dk1"/>
                </a:solidFill>
                <a:latin typeface="Roboto"/>
                <a:ea typeface="Roboto"/>
                <a:cs typeface="Roboto"/>
                <a:sym typeface="Roboto"/>
              </a:defRPr>
            </a:lvl6pPr>
            <a:lvl7pPr marL="3200400" marR="0" lvl="6" indent="-381000" algn="l" rtl="0">
              <a:lnSpc>
                <a:spcPct val="100000"/>
              </a:lnSpc>
              <a:spcBef>
                <a:spcPts val="0"/>
              </a:spcBef>
              <a:spcAft>
                <a:spcPts val="0"/>
              </a:spcAft>
              <a:buClr>
                <a:schemeClr val="dk1"/>
              </a:buClr>
              <a:buSzPts val="2400"/>
              <a:buFont typeface="Roboto"/>
              <a:buChar char="●"/>
              <a:defRPr sz="2400" b="0" i="0" u="none" strike="noStrike" cap="none">
                <a:solidFill>
                  <a:schemeClr val="dk1"/>
                </a:solidFill>
                <a:latin typeface="Roboto"/>
                <a:ea typeface="Roboto"/>
                <a:cs typeface="Roboto"/>
                <a:sym typeface="Roboto"/>
              </a:defRPr>
            </a:lvl7pPr>
            <a:lvl8pPr marL="3657600" marR="0" lvl="7" indent="-381000" algn="l" rtl="0">
              <a:lnSpc>
                <a:spcPct val="100000"/>
              </a:lnSpc>
              <a:spcBef>
                <a:spcPts val="0"/>
              </a:spcBef>
              <a:spcAft>
                <a:spcPts val="0"/>
              </a:spcAft>
              <a:buClr>
                <a:schemeClr val="dk1"/>
              </a:buClr>
              <a:buSzPts val="2400"/>
              <a:buFont typeface="Roboto"/>
              <a:buChar char="○"/>
              <a:defRPr sz="2400" b="0" i="0" u="none" strike="noStrike" cap="none">
                <a:solidFill>
                  <a:schemeClr val="dk1"/>
                </a:solidFill>
                <a:latin typeface="Roboto"/>
                <a:ea typeface="Roboto"/>
                <a:cs typeface="Roboto"/>
                <a:sym typeface="Roboto"/>
              </a:defRPr>
            </a:lvl8pPr>
            <a:lvl9pPr marL="4114800" marR="0" lvl="8" indent="-381000" algn="l" rtl="0">
              <a:lnSpc>
                <a:spcPct val="100000"/>
              </a:lnSpc>
              <a:spcBef>
                <a:spcPts val="0"/>
              </a:spcBef>
              <a:spcAft>
                <a:spcPts val="0"/>
              </a:spcAft>
              <a:buClr>
                <a:schemeClr val="dk1"/>
              </a:buClr>
              <a:buSzPts val="2400"/>
              <a:buFont typeface="Roboto"/>
              <a:buChar char="■"/>
              <a:defRPr sz="2400" b="0" i="0" u="none" strike="noStrike" cap="none">
                <a:solidFill>
                  <a:schemeClr val="dk1"/>
                </a:solidFill>
                <a:latin typeface="Roboto"/>
                <a:ea typeface="Roboto"/>
                <a:cs typeface="Roboto"/>
                <a:sym typeface="Roboto"/>
              </a:defRPr>
            </a:lvl9pPr>
          </a:lstStyle>
          <a:p>
            <a:pPr marL="0" indent="0">
              <a:buFont typeface="Roboto"/>
              <a:buNone/>
            </a:pPr>
            <a:r>
              <a:rPr lang="en-US" smtClean="0"/>
              <a:t>2.Tính kiên trì</a:t>
            </a:r>
            <a:endParaRPr lang="en-US"/>
          </a:p>
        </p:txBody>
      </p:sp>
      <p:sp>
        <p:nvSpPr>
          <p:cNvPr id="9" name="Google Shape;121;p20"/>
          <p:cNvSpPr txBox="1">
            <a:spLocks/>
          </p:cNvSpPr>
          <p:nvPr/>
        </p:nvSpPr>
        <p:spPr>
          <a:xfrm>
            <a:off x="2544225" y="3672899"/>
            <a:ext cx="2981400" cy="1193976"/>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81000" algn="l" rtl="0">
              <a:lnSpc>
                <a:spcPct val="100000"/>
              </a:lnSpc>
              <a:spcBef>
                <a:spcPts val="600"/>
              </a:spcBef>
              <a:spcAft>
                <a:spcPts val="0"/>
              </a:spcAft>
              <a:buClr>
                <a:schemeClr val="accent3"/>
              </a:buClr>
              <a:buSzPts val="2400"/>
              <a:buFont typeface="Roboto"/>
              <a:buChar char="▸"/>
              <a:defRPr sz="2400" b="0" i="0" u="none" strike="noStrike" cap="none">
                <a:solidFill>
                  <a:schemeClr val="dk1"/>
                </a:solidFill>
                <a:latin typeface="Roboto"/>
                <a:ea typeface="Roboto"/>
                <a:cs typeface="Roboto"/>
                <a:sym typeface="Roboto"/>
              </a:defRPr>
            </a:lvl1pPr>
            <a:lvl2pPr marL="914400" marR="0" lvl="1" indent="-381000" algn="l" rtl="0">
              <a:lnSpc>
                <a:spcPct val="100000"/>
              </a:lnSpc>
              <a:spcBef>
                <a:spcPts val="0"/>
              </a:spcBef>
              <a:spcAft>
                <a:spcPts val="0"/>
              </a:spcAft>
              <a:buClr>
                <a:schemeClr val="accent3"/>
              </a:buClr>
              <a:buSzPts val="2400"/>
              <a:buFont typeface="Roboto"/>
              <a:buChar char="▹"/>
              <a:defRPr sz="2400" b="0" i="0" u="none" strike="noStrike" cap="none">
                <a:solidFill>
                  <a:schemeClr val="dk1"/>
                </a:solidFill>
                <a:latin typeface="Roboto"/>
                <a:ea typeface="Roboto"/>
                <a:cs typeface="Roboto"/>
                <a:sym typeface="Roboto"/>
              </a:defRPr>
            </a:lvl2pPr>
            <a:lvl3pPr marL="1371600" marR="0" lvl="2" indent="-381000" algn="l" rtl="0">
              <a:lnSpc>
                <a:spcPct val="100000"/>
              </a:lnSpc>
              <a:spcBef>
                <a:spcPts val="0"/>
              </a:spcBef>
              <a:spcAft>
                <a:spcPts val="0"/>
              </a:spcAft>
              <a:buClr>
                <a:schemeClr val="accent3"/>
              </a:buClr>
              <a:buSzPts val="2400"/>
              <a:buFont typeface="Roboto"/>
              <a:buChar char="■"/>
              <a:defRPr sz="2400" b="0" i="0" u="none" strike="noStrike" cap="none">
                <a:solidFill>
                  <a:schemeClr val="dk1"/>
                </a:solidFill>
                <a:latin typeface="Roboto"/>
                <a:ea typeface="Roboto"/>
                <a:cs typeface="Roboto"/>
                <a:sym typeface="Roboto"/>
              </a:defRPr>
            </a:lvl3pPr>
            <a:lvl4pPr marL="1828800" marR="0" lvl="3" indent="-381000" algn="l" rtl="0">
              <a:lnSpc>
                <a:spcPct val="100000"/>
              </a:lnSpc>
              <a:spcBef>
                <a:spcPts val="0"/>
              </a:spcBef>
              <a:spcAft>
                <a:spcPts val="0"/>
              </a:spcAft>
              <a:buClr>
                <a:schemeClr val="dk1"/>
              </a:buClr>
              <a:buSzPts val="2400"/>
              <a:buFont typeface="Roboto"/>
              <a:buChar char="●"/>
              <a:defRPr sz="2400" b="0" i="0" u="none" strike="noStrike" cap="none">
                <a:solidFill>
                  <a:schemeClr val="dk1"/>
                </a:solidFill>
                <a:latin typeface="Roboto"/>
                <a:ea typeface="Roboto"/>
                <a:cs typeface="Roboto"/>
                <a:sym typeface="Roboto"/>
              </a:defRPr>
            </a:lvl4pPr>
            <a:lvl5pPr marL="2286000" marR="0" lvl="4" indent="-381000" algn="l" rtl="0">
              <a:lnSpc>
                <a:spcPct val="100000"/>
              </a:lnSpc>
              <a:spcBef>
                <a:spcPts val="0"/>
              </a:spcBef>
              <a:spcAft>
                <a:spcPts val="0"/>
              </a:spcAft>
              <a:buClr>
                <a:schemeClr val="dk1"/>
              </a:buClr>
              <a:buSzPts val="2400"/>
              <a:buFont typeface="Roboto"/>
              <a:buChar char="○"/>
              <a:defRPr sz="2400" b="0" i="0" u="none" strike="noStrike" cap="none">
                <a:solidFill>
                  <a:schemeClr val="dk1"/>
                </a:solidFill>
                <a:latin typeface="Roboto"/>
                <a:ea typeface="Roboto"/>
                <a:cs typeface="Roboto"/>
                <a:sym typeface="Roboto"/>
              </a:defRPr>
            </a:lvl5pPr>
            <a:lvl6pPr marL="2743200" marR="0" lvl="5" indent="-381000" algn="l" rtl="0">
              <a:lnSpc>
                <a:spcPct val="100000"/>
              </a:lnSpc>
              <a:spcBef>
                <a:spcPts val="0"/>
              </a:spcBef>
              <a:spcAft>
                <a:spcPts val="0"/>
              </a:spcAft>
              <a:buClr>
                <a:schemeClr val="dk1"/>
              </a:buClr>
              <a:buSzPts val="2400"/>
              <a:buFont typeface="Roboto"/>
              <a:buChar char="■"/>
              <a:defRPr sz="2400" b="0" i="0" u="none" strike="noStrike" cap="none">
                <a:solidFill>
                  <a:schemeClr val="dk1"/>
                </a:solidFill>
                <a:latin typeface="Roboto"/>
                <a:ea typeface="Roboto"/>
                <a:cs typeface="Roboto"/>
                <a:sym typeface="Roboto"/>
              </a:defRPr>
            </a:lvl6pPr>
            <a:lvl7pPr marL="3200400" marR="0" lvl="6" indent="-381000" algn="l" rtl="0">
              <a:lnSpc>
                <a:spcPct val="100000"/>
              </a:lnSpc>
              <a:spcBef>
                <a:spcPts val="0"/>
              </a:spcBef>
              <a:spcAft>
                <a:spcPts val="0"/>
              </a:spcAft>
              <a:buClr>
                <a:schemeClr val="dk1"/>
              </a:buClr>
              <a:buSzPts val="2400"/>
              <a:buFont typeface="Roboto"/>
              <a:buChar char="●"/>
              <a:defRPr sz="2400" b="0" i="0" u="none" strike="noStrike" cap="none">
                <a:solidFill>
                  <a:schemeClr val="dk1"/>
                </a:solidFill>
                <a:latin typeface="Roboto"/>
                <a:ea typeface="Roboto"/>
                <a:cs typeface="Roboto"/>
                <a:sym typeface="Roboto"/>
              </a:defRPr>
            </a:lvl7pPr>
            <a:lvl8pPr marL="3657600" marR="0" lvl="7" indent="-381000" algn="l" rtl="0">
              <a:lnSpc>
                <a:spcPct val="100000"/>
              </a:lnSpc>
              <a:spcBef>
                <a:spcPts val="0"/>
              </a:spcBef>
              <a:spcAft>
                <a:spcPts val="0"/>
              </a:spcAft>
              <a:buClr>
                <a:schemeClr val="dk1"/>
              </a:buClr>
              <a:buSzPts val="2400"/>
              <a:buFont typeface="Roboto"/>
              <a:buChar char="○"/>
              <a:defRPr sz="2400" b="0" i="0" u="none" strike="noStrike" cap="none">
                <a:solidFill>
                  <a:schemeClr val="dk1"/>
                </a:solidFill>
                <a:latin typeface="Roboto"/>
                <a:ea typeface="Roboto"/>
                <a:cs typeface="Roboto"/>
                <a:sym typeface="Roboto"/>
              </a:defRPr>
            </a:lvl8pPr>
            <a:lvl9pPr marL="4114800" marR="0" lvl="8" indent="-381000" algn="l" rtl="0">
              <a:lnSpc>
                <a:spcPct val="100000"/>
              </a:lnSpc>
              <a:spcBef>
                <a:spcPts val="0"/>
              </a:spcBef>
              <a:spcAft>
                <a:spcPts val="0"/>
              </a:spcAft>
              <a:buClr>
                <a:schemeClr val="dk1"/>
              </a:buClr>
              <a:buSzPts val="2400"/>
              <a:buFont typeface="Roboto"/>
              <a:buChar char="■"/>
              <a:defRPr sz="2400" b="0" i="0" u="none" strike="noStrike" cap="none">
                <a:solidFill>
                  <a:schemeClr val="dk1"/>
                </a:solidFill>
                <a:latin typeface="Roboto"/>
                <a:ea typeface="Roboto"/>
                <a:cs typeface="Roboto"/>
                <a:sym typeface="Roboto"/>
              </a:defRPr>
            </a:lvl9pPr>
          </a:lstStyle>
          <a:p>
            <a:pPr marL="0" indent="0">
              <a:buFont typeface="Roboto"/>
              <a:buNone/>
            </a:pPr>
            <a:r>
              <a:rPr lang="en-US" smtClean="0"/>
              <a:t>3.Khả năng tự học</a:t>
            </a:r>
            <a:endParaRPr lang="en-US"/>
          </a:p>
        </p:txBody>
      </p:sp>
      <p:sp>
        <p:nvSpPr>
          <p:cNvPr id="11" name="Google Shape;121;p20"/>
          <p:cNvSpPr txBox="1">
            <a:spLocks/>
          </p:cNvSpPr>
          <p:nvPr/>
        </p:nvSpPr>
        <p:spPr>
          <a:xfrm>
            <a:off x="5344886" y="2040888"/>
            <a:ext cx="3799114" cy="1193976"/>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81000" algn="l" rtl="0">
              <a:lnSpc>
                <a:spcPct val="100000"/>
              </a:lnSpc>
              <a:spcBef>
                <a:spcPts val="600"/>
              </a:spcBef>
              <a:spcAft>
                <a:spcPts val="0"/>
              </a:spcAft>
              <a:buClr>
                <a:schemeClr val="accent3"/>
              </a:buClr>
              <a:buSzPts val="2400"/>
              <a:buFont typeface="Roboto"/>
              <a:buChar char="▸"/>
              <a:defRPr sz="2400" b="0" i="0" u="none" strike="noStrike" cap="none">
                <a:solidFill>
                  <a:schemeClr val="dk1"/>
                </a:solidFill>
                <a:latin typeface="Roboto"/>
                <a:ea typeface="Roboto"/>
                <a:cs typeface="Roboto"/>
                <a:sym typeface="Roboto"/>
              </a:defRPr>
            </a:lvl1pPr>
            <a:lvl2pPr marL="914400" marR="0" lvl="1" indent="-381000" algn="l" rtl="0">
              <a:lnSpc>
                <a:spcPct val="100000"/>
              </a:lnSpc>
              <a:spcBef>
                <a:spcPts val="0"/>
              </a:spcBef>
              <a:spcAft>
                <a:spcPts val="0"/>
              </a:spcAft>
              <a:buClr>
                <a:schemeClr val="accent3"/>
              </a:buClr>
              <a:buSzPts val="2400"/>
              <a:buFont typeface="Roboto"/>
              <a:buChar char="▹"/>
              <a:defRPr sz="2400" b="0" i="0" u="none" strike="noStrike" cap="none">
                <a:solidFill>
                  <a:schemeClr val="dk1"/>
                </a:solidFill>
                <a:latin typeface="Roboto"/>
                <a:ea typeface="Roboto"/>
                <a:cs typeface="Roboto"/>
                <a:sym typeface="Roboto"/>
              </a:defRPr>
            </a:lvl2pPr>
            <a:lvl3pPr marL="1371600" marR="0" lvl="2" indent="-381000" algn="l" rtl="0">
              <a:lnSpc>
                <a:spcPct val="100000"/>
              </a:lnSpc>
              <a:spcBef>
                <a:spcPts val="0"/>
              </a:spcBef>
              <a:spcAft>
                <a:spcPts val="0"/>
              </a:spcAft>
              <a:buClr>
                <a:schemeClr val="accent3"/>
              </a:buClr>
              <a:buSzPts val="2400"/>
              <a:buFont typeface="Roboto"/>
              <a:buChar char="■"/>
              <a:defRPr sz="2400" b="0" i="0" u="none" strike="noStrike" cap="none">
                <a:solidFill>
                  <a:schemeClr val="dk1"/>
                </a:solidFill>
                <a:latin typeface="Roboto"/>
                <a:ea typeface="Roboto"/>
                <a:cs typeface="Roboto"/>
                <a:sym typeface="Roboto"/>
              </a:defRPr>
            </a:lvl3pPr>
            <a:lvl4pPr marL="1828800" marR="0" lvl="3" indent="-381000" algn="l" rtl="0">
              <a:lnSpc>
                <a:spcPct val="100000"/>
              </a:lnSpc>
              <a:spcBef>
                <a:spcPts val="0"/>
              </a:spcBef>
              <a:spcAft>
                <a:spcPts val="0"/>
              </a:spcAft>
              <a:buClr>
                <a:schemeClr val="dk1"/>
              </a:buClr>
              <a:buSzPts val="2400"/>
              <a:buFont typeface="Roboto"/>
              <a:buChar char="●"/>
              <a:defRPr sz="2400" b="0" i="0" u="none" strike="noStrike" cap="none">
                <a:solidFill>
                  <a:schemeClr val="dk1"/>
                </a:solidFill>
                <a:latin typeface="Roboto"/>
                <a:ea typeface="Roboto"/>
                <a:cs typeface="Roboto"/>
                <a:sym typeface="Roboto"/>
              </a:defRPr>
            </a:lvl4pPr>
            <a:lvl5pPr marL="2286000" marR="0" lvl="4" indent="-381000" algn="l" rtl="0">
              <a:lnSpc>
                <a:spcPct val="100000"/>
              </a:lnSpc>
              <a:spcBef>
                <a:spcPts val="0"/>
              </a:spcBef>
              <a:spcAft>
                <a:spcPts val="0"/>
              </a:spcAft>
              <a:buClr>
                <a:schemeClr val="dk1"/>
              </a:buClr>
              <a:buSzPts val="2400"/>
              <a:buFont typeface="Roboto"/>
              <a:buChar char="○"/>
              <a:defRPr sz="2400" b="0" i="0" u="none" strike="noStrike" cap="none">
                <a:solidFill>
                  <a:schemeClr val="dk1"/>
                </a:solidFill>
                <a:latin typeface="Roboto"/>
                <a:ea typeface="Roboto"/>
                <a:cs typeface="Roboto"/>
                <a:sym typeface="Roboto"/>
              </a:defRPr>
            </a:lvl5pPr>
            <a:lvl6pPr marL="2743200" marR="0" lvl="5" indent="-381000" algn="l" rtl="0">
              <a:lnSpc>
                <a:spcPct val="100000"/>
              </a:lnSpc>
              <a:spcBef>
                <a:spcPts val="0"/>
              </a:spcBef>
              <a:spcAft>
                <a:spcPts val="0"/>
              </a:spcAft>
              <a:buClr>
                <a:schemeClr val="dk1"/>
              </a:buClr>
              <a:buSzPts val="2400"/>
              <a:buFont typeface="Roboto"/>
              <a:buChar char="■"/>
              <a:defRPr sz="2400" b="0" i="0" u="none" strike="noStrike" cap="none">
                <a:solidFill>
                  <a:schemeClr val="dk1"/>
                </a:solidFill>
                <a:latin typeface="Roboto"/>
                <a:ea typeface="Roboto"/>
                <a:cs typeface="Roboto"/>
                <a:sym typeface="Roboto"/>
              </a:defRPr>
            </a:lvl6pPr>
            <a:lvl7pPr marL="3200400" marR="0" lvl="6" indent="-381000" algn="l" rtl="0">
              <a:lnSpc>
                <a:spcPct val="100000"/>
              </a:lnSpc>
              <a:spcBef>
                <a:spcPts val="0"/>
              </a:spcBef>
              <a:spcAft>
                <a:spcPts val="0"/>
              </a:spcAft>
              <a:buClr>
                <a:schemeClr val="dk1"/>
              </a:buClr>
              <a:buSzPts val="2400"/>
              <a:buFont typeface="Roboto"/>
              <a:buChar char="●"/>
              <a:defRPr sz="2400" b="0" i="0" u="none" strike="noStrike" cap="none">
                <a:solidFill>
                  <a:schemeClr val="dk1"/>
                </a:solidFill>
                <a:latin typeface="Roboto"/>
                <a:ea typeface="Roboto"/>
                <a:cs typeface="Roboto"/>
                <a:sym typeface="Roboto"/>
              </a:defRPr>
            </a:lvl7pPr>
            <a:lvl8pPr marL="3657600" marR="0" lvl="7" indent="-381000" algn="l" rtl="0">
              <a:lnSpc>
                <a:spcPct val="100000"/>
              </a:lnSpc>
              <a:spcBef>
                <a:spcPts val="0"/>
              </a:spcBef>
              <a:spcAft>
                <a:spcPts val="0"/>
              </a:spcAft>
              <a:buClr>
                <a:schemeClr val="dk1"/>
              </a:buClr>
              <a:buSzPts val="2400"/>
              <a:buFont typeface="Roboto"/>
              <a:buChar char="○"/>
              <a:defRPr sz="2400" b="0" i="0" u="none" strike="noStrike" cap="none">
                <a:solidFill>
                  <a:schemeClr val="dk1"/>
                </a:solidFill>
                <a:latin typeface="Roboto"/>
                <a:ea typeface="Roboto"/>
                <a:cs typeface="Roboto"/>
                <a:sym typeface="Roboto"/>
              </a:defRPr>
            </a:lvl8pPr>
            <a:lvl9pPr marL="4114800" marR="0" lvl="8" indent="-381000" algn="l" rtl="0">
              <a:lnSpc>
                <a:spcPct val="100000"/>
              </a:lnSpc>
              <a:spcBef>
                <a:spcPts val="0"/>
              </a:spcBef>
              <a:spcAft>
                <a:spcPts val="0"/>
              </a:spcAft>
              <a:buClr>
                <a:schemeClr val="dk1"/>
              </a:buClr>
              <a:buSzPts val="2400"/>
              <a:buFont typeface="Roboto"/>
              <a:buChar char="■"/>
              <a:defRPr sz="2400" b="0" i="0" u="none" strike="noStrike" cap="none">
                <a:solidFill>
                  <a:schemeClr val="dk1"/>
                </a:solidFill>
                <a:latin typeface="Roboto"/>
                <a:ea typeface="Roboto"/>
                <a:cs typeface="Roboto"/>
                <a:sym typeface="Roboto"/>
              </a:defRPr>
            </a:lvl9pPr>
          </a:lstStyle>
          <a:p>
            <a:pPr marL="0" indent="0">
              <a:buFont typeface="Roboto"/>
              <a:buNone/>
            </a:pPr>
            <a:r>
              <a:rPr lang="en-US" smtClean="0"/>
              <a:t>5.Khả năng làm việc nhóm</a:t>
            </a:r>
            <a:endParaRPr lang="en-US"/>
          </a:p>
        </p:txBody>
      </p:sp>
      <p:sp>
        <p:nvSpPr>
          <p:cNvPr id="12" name="Google Shape;121;p20"/>
          <p:cNvSpPr txBox="1">
            <a:spLocks/>
          </p:cNvSpPr>
          <p:nvPr/>
        </p:nvSpPr>
        <p:spPr>
          <a:xfrm>
            <a:off x="5431971" y="3672899"/>
            <a:ext cx="3227454" cy="1193976"/>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81000" algn="l" rtl="0">
              <a:lnSpc>
                <a:spcPct val="100000"/>
              </a:lnSpc>
              <a:spcBef>
                <a:spcPts val="600"/>
              </a:spcBef>
              <a:spcAft>
                <a:spcPts val="0"/>
              </a:spcAft>
              <a:buClr>
                <a:schemeClr val="accent3"/>
              </a:buClr>
              <a:buSzPts val="2400"/>
              <a:buFont typeface="Roboto"/>
              <a:buChar char="▸"/>
              <a:defRPr sz="2400" b="0" i="0" u="none" strike="noStrike" cap="none">
                <a:solidFill>
                  <a:schemeClr val="dk1"/>
                </a:solidFill>
                <a:latin typeface="Roboto"/>
                <a:ea typeface="Roboto"/>
                <a:cs typeface="Roboto"/>
                <a:sym typeface="Roboto"/>
              </a:defRPr>
            </a:lvl1pPr>
            <a:lvl2pPr marL="914400" marR="0" lvl="1" indent="-381000" algn="l" rtl="0">
              <a:lnSpc>
                <a:spcPct val="100000"/>
              </a:lnSpc>
              <a:spcBef>
                <a:spcPts val="0"/>
              </a:spcBef>
              <a:spcAft>
                <a:spcPts val="0"/>
              </a:spcAft>
              <a:buClr>
                <a:schemeClr val="accent3"/>
              </a:buClr>
              <a:buSzPts val="2400"/>
              <a:buFont typeface="Roboto"/>
              <a:buChar char="▹"/>
              <a:defRPr sz="2400" b="0" i="0" u="none" strike="noStrike" cap="none">
                <a:solidFill>
                  <a:schemeClr val="dk1"/>
                </a:solidFill>
                <a:latin typeface="Roboto"/>
                <a:ea typeface="Roboto"/>
                <a:cs typeface="Roboto"/>
                <a:sym typeface="Roboto"/>
              </a:defRPr>
            </a:lvl2pPr>
            <a:lvl3pPr marL="1371600" marR="0" lvl="2" indent="-381000" algn="l" rtl="0">
              <a:lnSpc>
                <a:spcPct val="100000"/>
              </a:lnSpc>
              <a:spcBef>
                <a:spcPts val="0"/>
              </a:spcBef>
              <a:spcAft>
                <a:spcPts val="0"/>
              </a:spcAft>
              <a:buClr>
                <a:schemeClr val="accent3"/>
              </a:buClr>
              <a:buSzPts val="2400"/>
              <a:buFont typeface="Roboto"/>
              <a:buChar char="■"/>
              <a:defRPr sz="2400" b="0" i="0" u="none" strike="noStrike" cap="none">
                <a:solidFill>
                  <a:schemeClr val="dk1"/>
                </a:solidFill>
                <a:latin typeface="Roboto"/>
                <a:ea typeface="Roboto"/>
                <a:cs typeface="Roboto"/>
                <a:sym typeface="Roboto"/>
              </a:defRPr>
            </a:lvl3pPr>
            <a:lvl4pPr marL="1828800" marR="0" lvl="3" indent="-381000" algn="l" rtl="0">
              <a:lnSpc>
                <a:spcPct val="100000"/>
              </a:lnSpc>
              <a:spcBef>
                <a:spcPts val="0"/>
              </a:spcBef>
              <a:spcAft>
                <a:spcPts val="0"/>
              </a:spcAft>
              <a:buClr>
                <a:schemeClr val="dk1"/>
              </a:buClr>
              <a:buSzPts val="2400"/>
              <a:buFont typeface="Roboto"/>
              <a:buChar char="●"/>
              <a:defRPr sz="2400" b="0" i="0" u="none" strike="noStrike" cap="none">
                <a:solidFill>
                  <a:schemeClr val="dk1"/>
                </a:solidFill>
                <a:latin typeface="Roboto"/>
                <a:ea typeface="Roboto"/>
                <a:cs typeface="Roboto"/>
                <a:sym typeface="Roboto"/>
              </a:defRPr>
            </a:lvl4pPr>
            <a:lvl5pPr marL="2286000" marR="0" lvl="4" indent="-381000" algn="l" rtl="0">
              <a:lnSpc>
                <a:spcPct val="100000"/>
              </a:lnSpc>
              <a:spcBef>
                <a:spcPts val="0"/>
              </a:spcBef>
              <a:spcAft>
                <a:spcPts val="0"/>
              </a:spcAft>
              <a:buClr>
                <a:schemeClr val="dk1"/>
              </a:buClr>
              <a:buSzPts val="2400"/>
              <a:buFont typeface="Roboto"/>
              <a:buChar char="○"/>
              <a:defRPr sz="2400" b="0" i="0" u="none" strike="noStrike" cap="none">
                <a:solidFill>
                  <a:schemeClr val="dk1"/>
                </a:solidFill>
                <a:latin typeface="Roboto"/>
                <a:ea typeface="Roboto"/>
                <a:cs typeface="Roboto"/>
                <a:sym typeface="Roboto"/>
              </a:defRPr>
            </a:lvl5pPr>
            <a:lvl6pPr marL="2743200" marR="0" lvl="5" indent="-381000" algn="l" rtl="0">
              <a:lnSpc>
                <a:spcPct val="100000"/>
              </a:lnSpc>
              <a:spcBef>
                <a:spcPts val="0"/>
              </a:spcBef>
              <a:spcAft>
                <a:spcPts val="0"/>
              </a:spcAft>
              <a:buClr>
                <a:schemeClr val="dk1"/>
              </a:buClr>
              <a:buSzPts val="2400"/>
              <a:buFont typeface="Roboto"/>
              <a:buChar char="■"/>
              <a:defRPr sz="2400" b="0" i="0" u="none" strike="noStrike" cap="none">
                <a:solidFill>
                  <a:schemeClr val="dk1"/>
                </a:solidFill>
                <a:latin typeface="Roboto"/>
                <a:ea typeface="Roboto"/>
                <a:cs typeface="Roboto"/>
                <a:sym typeface="Roboto"/>
              </a:defRPr>
            </a:lvl6pPr>
            <a:lvl7pPr marL="3200400" marR="0" lvl="6" indent="-381000" algn="l" rtl="0">
              <a:lnSpc>
                <a:spcPct val="100000"/>
              </a:lnSpc>
              <a:spcBef>
                <a:spcPts val="0"/>
              </a:spcBef>
              <a:spcAft>
                <a:spcPts val="0"/>
              </a:spcAft>
              <a:buClr>
                <a:schemeClr val="dk1"/>
              </a:buClr>
              <a:buSzPts val="2400"/>
              <a:buFont typeface="Roboto"/>
              <a:buChar char="●"/>
              <a:defRPr sz="2400" b="0" i="0" u="none" strike="noStrike" cap="none">
                <a:solidFill>
                  <a:schemeClr val="dk1"/>
                </a:solidFill>
                <a:latin typeface="Roboto"/>
                <a:ea typeface="Roboto"/>
                <a:cs typeface="Roboto"/>
                <a:sym typeface="Roboto"/>
              </a:defRPr>
            </a:lvl7pPr>
            <a:lvl8pPr marL="3657600" marR="0" lvl="7" indent="-381000" algn="l" rtl="0">
              <a:lnSpc>
                <a:spcPct val="100000"/>
              </a:lnSpc>
              <a:spcBef>
                <a:spcPts val="0"/>
              </a:spcBef>
              <a:spcAft>
                <a:spcPts val="0"/>
              </a:spcAft>
              <a:buClr>
                <a:schemeClr val="dk1"/>
              </a:buClr>
              <a:buSzPts val="2400"/>
              <a:buFont typeface="Roboto"/>
              <a:buChar char="○"/>
              <a:defRPr sz="2400" b="0" i="0" u="none" strike="noStrike" cap="none">
                <a:solidFill>
                  <a:schemeClr val="dk1"/>
                </a:solidFill>
                <a:latin typeface="Roboto"/>
                <a:ea typeface="Roboto"/>
                <a:cs typeface="Roboto"/>
                <a:sym typeface="Roboto"/>
              </a:defRPr>
            </a:lvl8pPr>
            <a:lvl9pPr marL="4114800" marR="0" lvl="8" indent="-381000" algn="l" rtl="0">
              <a:lnSpc>
                <a:spcPct val="100000"/>
              </a:lnSpc>
              <a:spcBef>
                <a:spcPts val="0"/>
              </a:spcBef>
              <a:spcAft>
                <a:spcPts val="0"/>
              </a:spcAft>
              <a:buClr>
                <a:schemeClr val="dk1"/>
              </a:buClr>
              <a:buSzPts val="2400"/>
              <a:buFont typeface="Roboto"/>
              <a:buChar char="■"/>
              <a:defRPr sz="2400" b="0" i="0" u="none" strike="noStrike" cap="none">
                <a:solidFill>
                  <a:schemeClr val="dk1"/>
                </a:solidFill>
                <a:latin typeface="Roboto"/>
                <a:ea typeface="Roboto"/>
                <a:cs typeface="Roboto"/>
                <a:sym typeface="Roboto"/>
              </a:defRPr>
            </a:lvl9pPr>
          </a:lstStyle>
          <a:p>
            <a:pPr marL="0" indent="0">
              <a:buFont typeface="Roboto"/>
              <a:buNone/>
            </a:pPr>
            <a:r>
              <a:rPr lang="en-US" smtClean="0"/>
              <a:t>6. Đam mê, yêu thích</a:t>
            </a:r>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28"/>
        <p:cNvGrpSpPr/>
        <p:nvPr/>
      </p:nvGrpSpPr>
      <p:grpSpPr>
        <a:xfrm>
          <a:off x="0" y="0"/>
          <a:ext cx="0" cy="0"/>
          <a:chOff x="0" y="0"/>
          <a:chExt cx="0" cy="0"/>
        </a:xfrm>
      </p:grpSpPr>
      <p:sp>
        <p:nvSpPr>
          <p:cNvPr id="129" name="Google Shape;129;p21"/>
          <p:cNvSpPr txBox="1">
            <a:spLocks noGrp="1"/>
          </p:cNvSpPr>
          <p:nvPr>
            <p:ph type="title"/>
          </p:nvPr>
        </p:nvSpPr>
        <p:spPr>
          <a:xfrm>
            <a:off x="109075" y="1626750"/>
            <a:ext cx="1807200" cy="96405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mtClean="0"/>
              <a:t>III) </a:t>
            </a:r>
            <a:r>
              <a:rPr lang="en-US" sz="2400" smtClean="0"/>
              <a:t>Ứng dụng vào đời sống thực tiễn</a:t>
            </a:r>
            <a:endParaRPr sz="2400"/>
          </a:p>
        </p:txBody>
      </p:sp>
      <p:sp>
        <p:nvSpPr>
          <p:cNvPr id="130" name="Google Shape;130;p21"/>
          <p:cNvSpPr txBox="1">
            <a:spLocks noGrp="1"/>
          </p:cNvSpPr>
          <p:nvPr>
            <p:ph type="body" idx="1"/>
          </p:nvPr>
        </p:nvSpPr>
        <p:spPr>
          <a:xfrm>
            <a:off x="2445100" y="275350"/>
            <a:ext cx="6410100" cy="1009164"/>
          </a:xfrm>
          <a:prstGeom prst="rect">
            <a:avLst/>
          </a:prstGeom>
        </p:spPr>
        <p:txBody>
          <a:bodyPr spcFirstLastPara="1" wrap="square" lIns="91425" tIns="91425" rIns="91425" bIns="91425" anchor="t" anchorCtr="0">
            <a:noAutofit/>
          </a:bodyPr>
          <a:lstStyle/>
          <a:p>
            <a:pPr marL="0" lvl="0" indent="0">
              <a:buNone/>
            </a:pPr>
            <a:r>
              <a:rPr lang="en-US" smtClean="0"/>
              <a:t>1.Ứng </a:t>
            </a:r>
            <a:r>
              <a:rPr lang="en-US"/>
              <a:t>dụng công nghệ thông tin vào phân tích định lượng doanh nghiệp</a:t>
            </a:r>
            <a:endParaRPr/>
          </a:p>
        </p:txBody>
      </p:sp>
      <p:sp>
        <p:nvSpPr>
          <p:cNvPr id="131" name="Google Shape;131;p21"/>
          <p:cNvSpPr txBox="1">
            <a:spLocks noGrp="1"/>
          </p:cNvSpPr>
          <p:nvPr>
            <p:ph type="body" idx="2"/>
          </p:nvPr>
        </p:nvSpPr>
        <p:spPr>
          <a:xfrm>
            <a:off x="2445100" y="2764972"/>
            <a:ext cx="6568270" cy="870858"/>
          </a:xfrm>
          <a:prstGeom prst="rect">
            <a:avLst/>
          </a:prstGeom>
        </p:spPr>
        <p:txBody>
          <a:bodyPr spcFirstLastPara="1" wrap="square" lIns="91425" tIns="91425" rIns="91425" bIns="91425" anchor="t" anchorCtr="0">
            <a:noAutofit/>
          </a:bodyPr>
          <a:lstStyle/>
          <a:p>
            <a:pPr marL="0" lvl="0" indent="0">
              <a:buNone/>
            </a:pPr>
            <a:r>
              <a:rPr lang="en-US" smtClean="0"/>
              <a:t>3.Ứng </a:t>
            </a:r>
            <a:r>
              <a:rPr lang="en-US"/>
              <a:t>dụng truyền thông xã hội và công nghệ web.</a:t>
            </a:r>
            <a:endParaRPr/>
          </a:p>
        </p:txBody>
      </p:sp>
      <p:sp>
        <p:nvSpPr>
          <p:cNvPr id="132" name="Google Shape;132;p21"/>
          <p:cNvSpPr txBox="1">
            <a:spLocks noGrp="1"/>
          </p:cNvSpPr>
          <p:nvPr>
            <p:ph type="body" idx="3"/>
          </p:nvPr>
        </p:nvSpPr>
        <p:spPr>
          <a:xfrm>
            <a:off x="2445100" y="1626751"/>
            <a:ext cx="6568270" cy="964050"/>
          </a:xfrm>
          <a:prstGeom prst="rect">
            <a:avLst/>
          </a:prstGeom>
        </p:spPr>
        <p:txBody>
          <a:bodyPr spcFirstLastPara="1" wrap="square" lIns="91425" tIns="91425" rIns="91425" bIns="91425" anchor="t" anchorCtr="0">
            <a:noAutofit/>
          </a:bodyPr>
          <a:lstStyle/>
          <a:p>
            <a:pPr marL="0" lvl="0" indent="0">
              <a:buNone/>
            </a:pPr>
            <a:r>
              <a:rPr lang="en-US" smtClean="0"/>
              <a:t>2.Ứng </a:t>
            </a:r>
            <a:r>
              <a:rPr lang="en-US"/>
              <a:t>dụng công nghệ thông tin vào quản lý, giám sát hoạt động doanh nghiệp</a:t>
            </a:r>
            <a:endParaRPr/>
          </a:p>
        </p:txBody>
      </p:sp>
      <p:sp>
        <p:nvSpPr>
          <p:cNvPr id="133" name="Google Shape;133;p21"/>
          <p:cNvSpPr txBox="1">
            <a:spLocks noGrp="1"/>
          </p:cNvSpPr>
          <p:nvPr>
            <p:ph type="sldNum" idx="12"/>
          </p:nvPr>
        </p:nvSpPr>
        <p:spPr>
          <a:xfrm>
            <a:off x="109075" y="146024"/>
            <a:ext cx="1807200" cy="1252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fld id="{00000000-1234-1234-1234-123412341234}" type="slidenum">
              <a:rPr lang="en"/>
              <a:t>5</a:t>
            </a:fld>
            <a:endParaRPr/>
          </a:p>
        </p:txBody>
      </p:sp>
      <p:sp>
        <p:nvSpPr>
          <p:cNvPr id="7" name="Google Shape;131;p21"/>
          <p:cNvSpPr txBox="1">
            <a:spLocks/>
          </p:cNvSpPr>
          <p:nvPr/>
        </p:nvSpPr>
        <p:spPr>
          <a:xfrm>
            <a:off x="2445100" y="3810001"/>
            <a:ext cx="6568270" cy="870858"/>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42900" algn="l" rtl="0">
              <a:lnSpc>
                <a:spcPct val="100000"/>
              </a:lnSpc>
              <a:spcBef>
                <a:spcPts val="600"/>
              </a:spcBef>
              <a:spcAft>
                <a:spcPts val="0"/>
              </a:spcAft>
              <a:buClr>
                <a:schemeClr val="accent3"/>
              </a:buClr>
              <a:buSzPts val="1800"/>
              <a:buFont typeface="Roboto"/>
              <a:buChar char="▸"/>
              <a:defRPr sz="1800" b="0" i="0" u="none" strike="noStrike" cap="none">
                <a:solidFill>
                  <a:schemeClr val="dk1"/>
                </a:solidFill>
                <a:latin typeface="Roboto"/>
                <a:ea typeface="Roboto"/>
                <a:cs typeface="Roboto"/>
                <a:sym typeface="Roboto"/>
              </a:defRPr>
            </a:lvl1pPr>
            <a:lvl2pPr marL="914400" marR="0" lvl="1" indent="-342900" algn="l" rtl="0">
              <a:lnSpc>
                <a:spcPct val="100000"/>
              </a:lnSpc>
              <a:spcBef>
                <a:spcPts val="0"/>
              </a:spcBef>
              <a:spcAft>
                <a:spcPts val="0"/>
              </a:spcAft>
              <a:buClr>
                <a:schemeClr val="accent3"/>
              </a:buClr>
              <a:buSzPts val="1800"/>
              <a:buFont typeface="Roboto"/>
              <a:buChar char="▹"/>
              <a:defRPr sz="1800" b="0" i="0" u="none" strike="noStrike" cap="none">
                <a:solidFill>
                  <a:schemeClr val="dk1"/>
                </a:solidFill>
                <a:latin typeface="Roboto"/>
                <a:ea typeface="Roboto"/>
                <a:cs typeface="Roboto"/>
                <a:sym typeface="Roboto"/>
              </a:defRPr>
            </a:lvl2pPr>
            <a:lvl3pPr marL="1371600" marR="0" lvl="2" indent="-342900" algn="l" rtl="0">
              <a:lnSpc>
                <a:spcPct val="100000"/>
              </a:lnSpc>
              <a:spcBef>
                <a:spcPts val="0"/>
              </a:spcBef>
              <a:spcAft>
                <a:spcPts val="0"/>
              </a:spcAft>
              <a:buClr>
                <a:schemeClr val="accent3"/>
              </a:buClr>
              <a:buSzPts val="1800"/>
              <a:buFont typeface="Roboto"/>
              <a:buChar char="■"/>
              <a:defRPr sz="1800" b="0" i="0" u="none" strike="noStrike" cap="none">
                <a:solidFill>
                  <a:schemeClr val="dk1"/>
                </a:solidFill>
                <a:latin typeface="Roboto"/>
                <a:ea typeface="Roboto"/>
                <a:cs typeface="Roboto"/>
                <a:sym typeface="Roboto"/>
              </a:defRPr>
            </a:lvl3pPr>
            <a:lvl4pPr marL="1828800" marR="0" lvl="3" indent="-342900" algn="l" rtl="0">
              <a:lnSpc>
                <a:spcPct val="100000"/>
              </a:lnSpc>
              <a:spcBef>
                <a:spcPts val="0"/>
              </a:spcBef>
              <a:spcAft>
                <a:spcPts val="0"/>
              </a:spcAft>
              <a:buClr>
                <a:schemeClr val="dk1"/>
              </a:buClr>
              <a:buSzPts val="1800"/>
              <a:buFont typeface="Roboto"/>
              <a:buChar char="●"/>
              <a:defRPr sz="1800" b="0" i="0" u="none" strike="noStrike" cap="none">
                <a:solidFill>
                  <a:schemeClr val="dk1"/>
                </a:solidFill>
                <a:latin typeface="Roboto"/>
                <a:ea typeface="Roboto"/>
                <a:cs typeface="Roboto"/>
                <a:sym typeface="Roboto"/>
              </a:defRPr>
            </a:lvl4pPr>
            <a:lvl5pPr marL="2286000" marR="0" lvl="4" indent="-342900" algn="l" rtl="0">
              <a:lnSpc>
                <a:spcPct val="100000"/>
              </a:lnSpc>
              <a:spcBef>
                <a:spcPts val="0"/>
              </a:spcBef>
              <a:spcAft>
                <a:spcPts val="0"/>
              </a:spcAft>
              <a:buClr>
                <a:schemeClr val="dk1"/>
              </a:buClr>
              <a:buSzPts val="1800"/>
              <a:buFont typeface="Roboto"/>
              <a:buChar char="○"/>
              <a:defRPr sz="1800" b="0" i="0" u="none" strike="noStrike" cap="none">
                <a:solidFill>
                  <a:schemeClr val="dk1"/>
                </a:solidFill>
                <a:latin typeface="Roboto"/>
                <a:ea typeface="Roboto"/>
                <a:cs typeface="Roboto"/>
                <a:sym typeface="Roboto"/>
              </a:defRPr>
            </a:lvl5pPr>
            <a:lvl6pPr marL="2743200" marR="0" lvl="5" indent="-342900" algn="l" rtl="0">
              <a:lnSpc>
                <a:spcPct val="100000"/>
              </a:lnSpc>
              <a:spcBef>
                <a:spcPts val="0"/>
              </a:spcBef>
              <a:spcAft>
                <a:spcPts val="0"/>
              </a:spcAft>
              <a:buClr>
                <a:schemeClr val="dk1"/>
              </a:buClr>
              <a:buSzPts val="1800"/>
              <a:buFont typeface="Roboto"/>
              <a:buChar char="■"/>
              <a:defRPr sz="1800" b="0" i="0" u="none" strike="noStrike" cap="none">
                <a:solidFill>
                  <a:schemeClr val="dk1"/>
                </a:solidFill>
                <a:latin typeface="Roboto"/>
                <a:ea typeface="Roboto"/>
                <a:cs typeface="Roboto"/>
                <a:sym typeface="Roboto"/>
              </a:defRPr>
            </a:lvl6pPr>
            <a:lvl7pPr marL="3200400" marR="0" lvl="6" indent="-342900" algn="l" rtl="0">
              <a:lnSpc>
                <a:spcPct val="100000"/>
              </a:lnSpc>
              <a:spcBef>
                <a:spcPts val="0"/>
              </a:spcBef>
              <a:spcAft>
                <a:spcPts val="0"/>
              </a:spcAft>
              <a:buClr>
                <a:schemeClr val="dk1"/>
              </a:buClr>
              <a:buSzPts val="1800"/>
              <a:buFont typeface="Roboto"/>
              <a:buChar char="●"/>
              <a:defRPr sz="1800" b="0" i="0" u="none" strike="noStrike" cap="none">
                <a:solidFill>
                  <a:schemeClr val="dk1"/>
                </a:solidFill>
                <a:latin typeface="Roboto"/>
                <a:ea typeface="Roboto"/>
                <a:cs typeface="Roboto"/>
                <a:sym typeface="Roboto"/>
              </a:defRPr>
            </a:lvl7pPr>
            <a:lvl8pPr marL="3657600" marR="0" lvl="7" indent="-342900" algn="l" rtl="0">
              <a:lnSpc>
                <a:spcPct val="100000"/>
              </a:lnSpc>
              <a:spcBef>
                <a:spcPts val="0"/>
              </a:spcBef>
              <a:spcAft>
                <a:spcPts val="0"/>
              </a:spcAft>
              <a:buClr>
                <a:schemeClr val="dk1"/>
              </a:buClr>
              <a:buSzPts val="1800"/>
              <a:buFont typeface="Roboto"/>
              <a:buChar char="○"/>
              <a:defRPr sz="1800" b="0" i="0" u="none" strike="noStrike" cap="none">
                <a:solidFill>
                  <a:schemeClr val="dk1"/>
                </a:solidFill>
                <a:latin typeface="Roboto"/>
                <a:ea typeface="Roboto"/>
                <a:cs typeface="Roboto"/>
                <a:sym typeface="Roboto"/>
              </a:defRPr>
            </a:lvl8pPr>
            <a:lvl9pPr marL="4114800" marR="0" lvl="8" indent="-342900" algn="l" rtl="0">
              <a:lnSpc>
                <a:spcPct val="100000"/>
              </a:lnSpc>
              <a:spcBef>
                <a:spcPts val="0"/>
              </a:spcBef>
              <a:spcAft>
                <a:spcPts val="0"/>
              </a:spcAft>
              <a:buClr>
                <a:schemeClr val="dk1"/>
              </a:buClr>
              <a:buSzPts val="1800"/>
              <a:buFont typeface="Roboto"/>
              <a:buChar char="■"/>
              <a:defRPr sz="1800" b="0" i="0" u="none" strike="noStrike" cap="none">
                <a:solidFill>
                  <a:schemeClr val="dk1"/>
                </a:solidFill>
                <a:latin typeface="Roboto"/>
                <a:ea typeface="Roboto"/>
                <a:cs typeface="Roboto"/>
                <a:sym typeface="Roboto"/>
              </a:defRPr>
            </a:lvl9pPr>
          </a:lstStyle>
          <a:p>
            <a:pPr marL="0" indent="0">
              <a:buNone/>
            </a:pPr>
            <a:r>
              <a:rPr lang="en-US" smtClean="0"/>
              <a:t>4.Ứng </a:t>
            </a:r>
            <a:r>
              <a:rPr lang="en-US"/>
              <a:t>dụng công nghệ thông tin vào tài nguyên, môi trường và địa lý</a:t>
            </a:r>
          </a:p>
        </p:txBody>
      </p:sp>
    </p:spTree>
    <p:extLst>
      <p:ext uri="{BB962C8B-B14F-4D97-AF65-F5344CB8AC3E}">
        <p14:creationId xmlns:p14="http://schemas.microsoft.com/office/powerpoint/2010/main" val="325030718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28"/>
        <p:cNvGrpSpPr/>
        <p:nvPr/>
      </p:nvGrpSpPr>
      <p:grpSpPr>
        <a:xfrm>
          <a:off x="0" y="0"/>
          <a:ext cx="0" cy="0"/>
          <a:chOff x="0" y="0"/>
          <a:chExt cx="0" cy="0"/>
        </a:xfrm>
      </p:grpSpPr>
      <p:sp>
        <p:nvSpPr>
          <p:cNvPr id="129" name="Google Shape;129;p21"/>
          <p:cNvSpPr txBox="1">
            <a:spLocks noGrp="1"/>
          </p:cNvSpPr>
          <p:nvPr>
            <p:ph type="title"/>
          </p:nvPr>
        </p:nvSpPr>
        <p:spPr>
          <a:xfrm>
            <a:off x="109075" y="1284514"/>
            <a:ext cx="1807200" cy="96405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mtClean="0"/>
              <a:t>III) </a:t>
            </a:r>
            <a:r>
              <a:rPr lang="en-US" sz="2400" smtClean="0"/>
              <a:t>Các chuyên ngành và các công việc của ngành công nghệ thông tin</a:t>
            </a:r>
            <a:endParaRPr sz="2400"/>
          </a:p>
        </p:txBody>
      </p:sp>
      <p:sp>
        <p:nvSpPr>
          <p:cNvPr id="130" name="Google Shape;130;p21"/>
          <p:cNvSpPr txBox="1">
            <a:spLocks noGrp="1"/>
          </p:cNvSpPr>
          <p:nvPr>
            <p:ph type="body" idx="1"/>
          </p:nvPr>
        </p:nvSpPr>
        <p:spPr>
          <a:xfrm>
            <a:off x="2445100" y="275350"/>
            <a:ext cx="3084843" cy="1009164"/>
          </a:xfrm>
          <a:prstGeom prst="rect">
            <a:avLst/>
          </a:prstGeom>
        </p:spPr>
        <p:txBody>
          <a:bodyPr spcFirstLastPara="1" wrap="square" lIns="91425" tIns="91425" rIns="91425" bIns="91425" anchor="t" anchorCtr="0">
            <a:noAutofit/>
          </a:bodyPr>
          <a:lstStyle/>
          <a:p>
            <a:pPr marL="0" lvl="0" indent="0">
              <a:buNone/>
            </a:pPr>
            <a:r>
              <a:rPr lang="en-US" smtClean="0"/>
              <a:t>1.Khoa học máy tính</a:t>
            </a:r>
            <a:endParaRPr/>
          </a:p>
        </p:txBody>
      </p:sp>
      <p:sp>
        <p:nvSpPr>
          <p:cNvPr id="131" name="Google Shape;131;p21"/>
          <p:cNvSpPr txBox="1">
            <a:spLocks noGrp="1"/>
          </p:cNvSpPr>
          <p:nvPr>
            <p:ph type="body" idx="2"/>
          </p:nvPr>
        </p:nvSpPr>
        <p:spPr>
          <a:xfrm>
            <a:off x="2509578" y="1889335"/>
            <a:ext cx="3084843" cy="870858"/>
          </a:xfrm>
          <a:prstGeom prst="rect">
            <a:avLst/>
          </a:prstGeom>
        </p:spPr>
        <p:txBody>
          <a:bodyPr spcFirstLastPara="1" wrap="square" lIns="91425" tIns="91425" rIns="91425" bIns="91425" anchor="t" anchorCtr="0">
            <a:noAutofit/>
          </a:bodyPr>
          <a:lstStyle/>
          <a:p>
            <a:pPr marL="0" indent="0">
              <a:buNone/>
            </a:pPr>
            <a:r>
              <a:rPr lang="en-US" smtClean="0"/>
              <a:t>3.</a:t>
            </a:r>
            <a:r>
              <a:rPr lang="en-US"/>
              <a:t> Mạng máy tính và truyền thông dữ liệu</a:t>
            </a:r>
          </a:p>
          <a:p>
            <a:pPr marL="0" lvl="0" indent="0">
              <a:buNone/>
            </a:pPr>
            <a:endParaRPr/>
          </a:p>
        </p:txBody>
      </p:sp>
      <p:sp>
        <p:nvSpPr>
          <p:cNvPr id="132" name="Google Shape;132;p21"/>
          <p:cNvSpPr txBox="1">
            <a:spLocks noGrp="1"/>
          </p:cNvSpPr>
          <p:nvPr>
            <p:ph type="body" idx="3"/>
          </p:nvPr>
        </p:nvSpPr>
        <p:spPr>
          <a:xfrm>
            <a:off x="2513764" y="1139947"/>
            <a:ext cx="3084843" cy="964050"/>
          </a:xfrm>
          <a:prstGeom prst="rect">
            <a:avLst/>
          </a:prstGeom>
        </p:spPr>
        <p:txBody>
          <a:bodyPr spcFirstLastPara="1" wrap="square" lIns="91425" tIns="91425" rIns="91425" bIns="91425" anchor="t" anchorCtr="0">
            <a:noAutofit/>
          </a:bodyPr>
          <a:lstStyle/>
          <a:p>
            <a:pPr marL="0" lvl="0" indent="0">
              <a:buNone/>
            </a:pPr>
            <a:r>
              <a:rPr lang="en-US" smtClean="0"/>
              <a:t>2.</a:t>
            </a:r>
            <a:r>
              <a:rPr lang="en-US"/>
              <a:t> Hệ thống thông tin</a:t>
            </a:r>
            <a:endParaRPr/>
          </a:p>
        </p:txBody>
      </p:sp>
      <p:sp>
        <p:nvSpPr>
          <p:cNvPr id="133" name="Google Shape;133;p21"/>
          <p:cNvSpPr txBox="1">
            <a:spLocks noGrp="1"/>
          </p:cNvSpPr>
          <p:nvPr>
            <p:ph type="sldNum" idx="12"/>
          </p:nvPr>
        </p:nvSpPr>
        <p:spPr>
          <a:xfrm>
            <a:off x="109075" y="-104347"/>
            <a:ext cx="1033925" cy="964319"/>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fld id="{00000000-1234-1234-1234-123412341234}" type="slidenum">
              <a:rPr lang="en"/>
              <a:t>6</a:t>
            </a:fld>
            <a:endParaRPr/>
          </a:p>
        </p:txBody>
      </p:sp>
      <p:sp>
        <p:nvSpPr>
          <p:cNvPr id="7" name="Google Shape;131;p21"/>
          <p:cNvSpPr txBox="1">
            <a:spLocks/>
          </p:cNvSpPr>
          <p:nvPr/>
        </p:nvSpPr>
        <p:spPr>
          <a:xfrm>
            <a:off x="2509578" y="2909387"/>
            <a:ext cx="3084843" cy="870858"/>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42900" algn="l" rtl="0">
              <a:lnSpc>
                <a:spcPct val="100000"/>
              </a:lnSpc>
              <a:spcBef>
                <a:spcPts val="600"/>
              </a:spcBef>
              <a:spcAft>
                <a:spcPts val="0"/>
              </a:spcAft>
              <a:buClr>
                <a:schemeClr val="accent3"/>
              </a:buClr>
              <a:buSzPts val="1800"/>
              <a:buFont typeface="Roboto"/>
              <a:buChar char="▸"/>
              <a:defRPr sz="1800" b="0" i="0" u="none" strike="noStrike" cap="none">
                <a:solidFill>
                  <a:schemeClr val="dk1"/>
                </a:solidFill>
                <a:latin typeface="Roboto"/>
                <a:ea typeface="Roboto"/>
                <a:cs typeface="Roboto"/>
                <a:sym typeface="Roboto"/>
              </a:defRPr>
            </a:lvl1pPr>
            <a:lvl2pPr marL="914400" marR="0" lvl="1" indent="-342900" algn="l" rtl="0">
              <a:lnSpc>
                <a:spcPct val="100000"/>
              </a:lnSpc>
              <a:spcBef>
                <a:spcPts val="0"/>
              </a:spcBef>
              <a:spcAft>
                <a:spcPts val="0"/>
              </a:spcAft>
              <a:buClr>
                <a:schemeClr val="accent3"/>
              </a:buClr>
              <a:buSzPts val="1800"/>
              <a:buFont typeface="Roboto"/>
              <a:buChar char="▹"/>
              <a:defRPr sz="1800" b="0" i="0" u="none" strike="noStrike" cap="none">
                <a:solidFill>
                  <a:schemeClr val="dk1"/>
                </a:solidFill>
                <a:latin typeface="Roboto"/>
                <a:ea typeface="Roboto"/>
                <a:cs typeface="Roboto"/>
                <a:sym typeface="Roboto"/>
              </a:defRPr>
            </a:lvl2pPr>
            <a:lvl3pPr marL="1371600" marR="0" lvl="2" indent="-342900" algn="l" rtl="0">
              <a:lnSpc>
                <a:spcPct val="100000"/>
              </a:lnSpc>
              <a:spcBef>
                <a:spcPts val="0"/>
              </a:spcBef>
              <a:spcAft>
                <a:spcPts val="0"/>
              </a:spcAft>
              <a:buClr>
                <a:schemeClr val="accent3"/>
              </a:buClr>
              <a:buSzPts val="1800"/>
              <a:buFont typeface="Roboto"/>
              <a:buChar char="■"/>
              <a:defRPr sz="1800" b="0" i="0" u="none" strike="noStrike" cap="none">
                <a:solidFill>
                  <a:schemeClr val="dk1"/>
                </a:solidFill>
                <a:latin typeface="Roboto"/>
                <a:ea typeface="Roboto"/>
                <a:cs typeface="Roboto"/>
                <a:sym typeface="Roboto"/>
              </a:defRPr>
            </a:lvl3pPr>
            <a:lvl4pPr marL="1828800" marR="0" lvl="3" indent="-342900" algn="l" rtl="0">
              <a:lnSpc>
                <a:spcPct val="100000"/>
              </a:lnSpc>
              <a:spcBef>
                <a:spcPts val="0"/>
              </a:spcBef>
              <a:spcAft>
                <a:spcPts val="0"/>
              </a:spcAft>
              <a:buClr>
                <a:schemeClr val="dk1"/>
              </a:buClr>
              <a:buSzPts val="1800"/>
              <a:buFont typeface="Roboto"/>
              <a:buChar char="●"/>
              <a:defRPr sz="1800" b="0" i="0" u="none" strike="noStrike" cap="none">
                <a:solidFill>
                  <a:schemeClr val="dk1"/>
                </a:solidFill>
                <a:latin typeface="Roboto"/>
                <a:ea typeface="Roboto"/>
                <a:cs typeface="Roboto"/>
                <a:sym typeface="Roboto"/>
              </a:defRPr>
            </a:lvl4pPr>
            <a:lvl5pPr marL="2286000" marR="0" lvl="4" indent="-342900" algn="l" rtl="0">
              <a:lnSpc>
                <a:spcPct val="100000"/>
              </a:lnSpc>
              <a:spcBef>
                <a:spcPts val="0"/>
              </a:spcBef>
              <a:spcAft>
                <a:spcPts val="0"/>
              </a:spcAft>
              <a:buClr>
                <a:schemeClr val="dk1"/>
              </a:buClr>
              <a:buSzPts val="1800"/>
              <a:buFont typeface="Roboto"/>
              <a:buChar char="○"/>
              <a:defRPr sz="1800" b="0" i="0" u="none" strike="noStrike" cap="none">
                <a:solidFill>
                  <a:schemeClr val="dk1"/>
                </a:solidFill>
                <a:latin typeface="Roboto"/>
                <a:ea typeface="Roboto"/>
                <a:cs typeface="Roboto"/>
                <a:sym typeface="Roboto"/>
              </a:defRPr>
            </a:lvl5pPr>
            <a:lvl6pPr marL="2743200" marR="0" lvl="5" indent="-342900" algn="l" rtl="0">
              <a:lnSpc>
                <a:spcPct val="100000"/>
              </a:lnSpc>
              <a:spcBef>
                <a:spcPts val="0"/>
              </a:spcBef>
              <a:spcAft>
                <a:spcPts val="0"/>
              </a:spcAft>
              <a:buClr>
                <a:schemeClr val="dk1"/>
              </a:buClr>
              <a:buSzPts val="1800"/>
              <a:buFont typeface="Roboto"/>
              <a:buChar char="■"/>
              <a:defRPr sz="1800" b="0" i="0" u="none" strike="noStrike" cap="none">
                <a:solidFill>
                  <a:schemeClr val="dk1"/>
                </a:solidFill>
                <a:latin typeface="Roboto"/>
                <a:ea typeface="Roboto"/>
                <a:cs typeface="Roboto"/>
                <a:sym typeface="Roboto"/>
              </a:defRPr>
            </a:lvl6pPr>
            <a:lvl7pPr marL="3200400" marR="0" lvl="6" indent="-342900" algn="l" rtl="0">
              <a:lnSpc>
                <a:spcPct val="100000"/>
              </a:lnSpc>
              <a:spcBef>
                <a:spcPts val="0"/>
              </a:spcBef>
              <a:spcAft>
                <a:spcPts val="0"/>
              </a:spcAft>
              <a:buClr>
                <a:schemeClr val="dk1"/>
              </a:buClr>
              <a:buSzPts val="1800"/>
              <a:buFont typeface="Roboto"/>
              <a:buChar char="●"/>
              <a:defRPr sz="1800" b="0" i="0" u="none" strike="noStrike" cap="none">
                <a:solidFill>
                  <a:schemeClr val="dk1"/>
                </a:solidFill>
                <a:latin typeface="Roboto"/>
                <a:ea typeface="Roboto"/>
                <a:cs typeface="Roboto"/>
                <a:sym typeface="Roboto"/>
              </a:defRPr>
            </a:lvl7pPr>
            <a:lvl8pPr marL="3657600" marR="0" lvl="7" indent="-342900" algn="l" rtl="0">
              <a:lnSpc>
                <a:spcPct val="100000"/>
              </a:lnSpc>
              <a:spcBef>
                <a:spcPts val="0"/>
              </a:spcBef>
              <a:spcAft>
                <a:spcPts val="0"/>
              </a:spcAft>
              <a:buClr>
                <a:schemeClr val="dk1"/>
              </a:buClr>
              <a:buSzPts val="1800"/>
              <a:buFont typeface="Roboto"/>
              <a:buChar char="○"/>
              <a:defRPr sz="1800" b="0" i="0" u="none" strike="noStrike" cap="none">
                <a:solidFill>
                  <a:schemeClr val="dk1"/>
                </a:solidFill>
                <a:latin typeface="Roboto"/>
                <a:ea typeface="Roboto"/>
                <a:cs typeface="Roboto"/>
                <a:sym typeface="Roboto"/>
              </a:defRPr>
            </a:lvl8pPr>
            <a:lvl9pPr marL="4114800" marR="0" lvl="8" indent="-342900" algn="l" rtl="0">
              <a:lnSpc>
                <a:spcPct val="100000"/>
              </a:lnSpc>
              <a:spcBef>
                <a:spcPts val="0"/>
              </a:spcBef>
              <a:spcAft>
                <a:spcPts val="0"/>
              </a:spcAft>
              <a:buClr>
                <a:schemeClr val="dk1"/>
              </a:buClr>
              <a:buSzPts val="1800"/>
              <a:buFont typeface="Roboto"/>
              <a:buChar char="■"/>
              <a:defRPr sz="1800" b="0" i="0" u="none" strike="noStrike" cap="none">
                <a:solidFill>
                  <a:schemeClr val="dk1"/>
                </a:solidFill>
                <a:latin typeface="Roboto"/>
                <a:ea typeface="Roboto"/>
                <a:cs typeface="Roboto"/>
                <a:sym typeface="Roboto"/>
              </a:defRPr>
            </a:lvl9pPr>
          </a:lstStyle>
          <a:p>
            <a:pPr marL="0" indent="0">
              <a:buNone/>
            </a:pPr>
            <a:r>
              <a:rPr lang="en-US" smtClean="0"/>
              <a:t>4.</a:t>
            </a:r>
            <a:r>
              <a:rPr lang="en-US"/>
              <a:t> Kĩ thuật máy tính </a:t>
            </a:r>
          </a:p>
        </p:txBody>
      </p:sp>
      <p:sp>
        <p:nvSpPr>
          <p:cNvPr id="8" name="Google Shape;130;p21"/>
          <p:cNvSpPr txBox="1">
            <a:spLocks/>
          </p:cNvSpPr>
          <p:nvPr/>
        </p:nvSpPr>
        <p:spPr>
          <a:xfrm>
            <a:off x="5667271" y="270571"/>
            <a:ext cx="3084843" cy="1009164"/>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42900" algn="l" rtl="0">
              <a:lnSpc>
                <a:spcPct val="100000"/>
              </a:lnSpc>
              <a:spcBef>
                <a:spcPts val="600"/>
              </a:spcBef>
              <a:spcAft>
                <a:spcPts val="0"/>
              </a:spcAft>
              <a:buClr>
                <a:schemeClr val="accent3"/>
              </a:buClr>
              <a:buSzPts val="1800"/>
              <a:buFont typeface="Roboto"/>
              <a:buChar char="▸"/>
              <a:defRPr sz="1800" b="0" i="0" u="none" strike="noStrike" cap="none">
                <a:solidFill>
                  <a:schemeClr val="dk1"/>
                </a:solidFill>
                <a:latin typeface="Roboto"/>
                <a:ea typeface="Roboto"/>
                <a:cs typeface="Roboto"/>
                <a:sym typeface="Roboto"/>
              </a:defRPr>
            </a:lvl1pPr>
            <a:lvl2pPr marL="914400" marR="0" lvl="1" indent="-342900" algn="l" rtl="0">
              <a:lnSpc>
                <a:spcPct val="100000"/>
              </a:lnSpc>
              <a:spcBef>
                <a:spcPts val="0"/>
              </a:spcBef>
              <a:spcAft>
                <a:spcPts val="0"/>
              </a:spcAft>
              <a:buClr>
                <a:schemeClr val="accent3"/>
              </a:buClr>
              <a:buSzPts val="1800"/>
              <a:buFont typeface="Roboto"/>
              <a:buChar char="▹"/>
              <a:defRPr sz="1800" b="0" i="0" u="none" strike="noStrike" cap="none">
                <a:solidFill>
                  <a:schemeClr val="dk1"/>
                </a:solidFill>
                <a:latin typeface="Roboto"/>
                <a:ea typeface="Roboto"/>
                <a:cs typeface="Roboto"/>
                <a:sym typeface="Roboto"/>
              </a:defRPr>
            </a:lvl2pPr>
            <a:lvl3pPr marL="1371600" marR="0" lvl="2" indent="-342900" algn="l" rtl="0">
              <a:lnSpc>
                <a:spcPct val="100000"/>
              </a:lnSpc>
              <a:spcBef>
                <a:spcPts val="0"/>
              </a:spcBef>
              <a:spcAft>
                <a:spcPts val="0"/>
              </a:spcAft>
              <a:buClr>
                <a:schemeClr val="accent3"/>
              </a:buClr>
              <a:buSzPts val="1800"/>
              <a:buFont typeface="Roboto"/>
              <a:buChar char="■"/>
              <a:defRPr sz="1800" b="0" i="0" u="none" strike="noStrike" cap="none">
                <a:solidFill>
                  <a:schemeClr val="dk1"/>
                </a:solidFill>
                <a:latin typeface="Roboto"/>
                <a:ea typeface="Roboto"/>
                <a:cs typeface="Roboto"/>
                <a:sym typeface="Roboto"/>
              </a:defRPr>
            </a:lvl3pPr>
            <a:lvl4pPr marL="1828800" marR="0" lvl="3" indent="-342900" algn="l" rtl="0">
              <a:lnSpc>
                <a:spcPct val="100000"/>
              </a:lnSpc>
              <a:spcBef>
                <a:spcPts val="0"/>
              </a:spcBef>
              <a:spcAft>
                <a:spcPts val="0"/>
              </a:spcAft>
              <a:buClr>
                <a:schemeClr val="dk1"/>
              </a:buClr>
              <a:buSzPts val="1800"/>
              <a:buFont typeface="Roboto"/>
              <a:buChar char="●"/>
              <a:defRPr sz="1800" b="0" i="0" u="none" strike="noStrike" cap="none">
                <a:solidFill>
                  <a:schemeClr val="dk1"/>
                </a:solidFill>
                <a:latin typeface="Roboto"/>
                <a:ea typeface="Roboto"/>
                <a:cs typeface="Roboto"/>
                <a:sym typeface="Roboto"/>
              </a:defRPr>
            </a:lvl4pPr>
            <a:lvl5pPr marL="2286000" marR="0" lvl="4" indent="-342900" algn="l" rtl="0">
              <a:lnSpc>
                <a:spcPct val="100000"/>
              </a:lnSpc>
              <a:spcBef>
                <a:spcPts val="0"/>
              </a:spcBef>
              <a:spcAft>
                <a:spcPts val="0"/>
              </a:spcAft>
              <a:buClr>
                <a:schemeClr val="dk1"/>
              </a:buClr>
              <a:buSzPts val="1800"/>
              <a:buFont typeface="Roboto"/>
              <a:buChar char="○"/>
              <a:defRPr sz="1800" b="0" i="0" u="none" strike="noStrike" cap="none">
                <a:solidFill>
                  <a:schemeClr val="dk1"/>
                </a:solidFill>
                <a:latin typeface="Roboto"/>
                <a:ea typeface="Roboto"/>
                <a:cs typeface="Roboto"/>
                <a:sym typeface="Roboto"/>
              </a:defRPr>
            </a:lvl5pPr>
            <a:lvl6pPr marL="2743200" marR="0" lvl="5" indent="-342900" algn="l" rtl="0">
              <a:lnSpc>
                <a:spcPct val="100000"/>
              </a:lnSpc>
              <a:spcBef>
                <a:spcPts val="0"/>
              </a:spcBef>
              <a:spcAft>
                <a:spcPts val="0"/>
              </a:spcAft>
              <a:buClr>
                <a:schemeClr val="dk1"/>
              </a:buClr>
              <a:buSzPts val="1800"/>
              <a:buFont typeface="Roboto"/>
              <a:buChar char="■"/>
              <a:defRPr sz="1800" b="0" i="0" u="none" strike="noStrike" cap="none">
                <a:solidFill>
                  <a:schemeClr val="dk1"/>
                </a:solidFill>
                <a:latin typeface="Roboto"/>
                <a:ea typeface="Roboto"/>
                <a:cs typeface="Roboto"/>
                <a:sym typeface="Roboto"/>
              </a:defRPr>
            </a:lvl6pPr>
            <a:lvl7pPr marL="3200400" marR="0" lvl="6" indent="-342900" algn="l" rtl="0">
              <a:lnSpc>
                <a:spcPct val="100000"/>
              </a:lnSpc>
              <a:spcBef>
                <a:spcPts val="0"/>
              </a:spcBef>
              <a:spcAft>
                <a:spcPts val="0"/>
              </a:spcAft>
              <a:buClr>
                <a:schemeClr val="dk1"/>
              </a:buClr>
              <a:buSzPts val="1800"/>
              <a:buFont typeface="Roboto"/>
              <a:buChar char="●"/>
              <a:defRPr sz="1800" b="0" i="0" u="none" strike="noStrike" cap="none">
                <a:solidFill>
                  <a:schemeClr val="dk1"/>
                </a:solidFill>
                <a:latin typeface="Roboto"/>
                <a:ea typeface="Roboto"/>
                <a:cs typeface="Roboto"/>
                <a:sym typeface="Roboto"/>
              </a:defRPr>
            </a:lvl7pPr>
            <a:lvl8pPr marL="3657600" marR="0" lvl="7" indent="-342900" algn="l" rtl="0">
              <a:lnSpc>
                <a:spcPct val="100000"/>
              </a:lnSpc>
              <a:spcBef>
                <a:spcPts val="0"/>
              </a:spcBef>
              <a:spcAft>
                <a:spcPts val="0"/>
              </a:spcAft>
              <a:buClr>
                <a:schemeClr val="dk1"/>
              </a:buClr>
              <a:buSzPts val="1800"/>
              <a:buFont typeface="Roboto"/>
              <a:buChar char="○"/>
              <a:defRPr sz="1800" b="0" i="0" u="none" strike="noStrike" cap="none">
                <a:solidFill>
                  <a:schemeClr val="dk1"/>
                </a:solidFill>
                <a:latin typeface="Roboto"/>
                <a:ea typeface="Roboto"/>
                <a:cs typeface="Roboto"/>
                <a:sym typeface="Roboto"/>
              </a:defRPr>
            </a:lvl8pPr>
            <a:lvl9pPr marL="4114800" marR="0" lvl="8" indent="-342900" algn="l" rtl="0">
              <a:lnSpc>
                <a:spcPct val="100000"/>
              </a:lnSpc>
              <a:spcBef>
                <a:spcPts val="0"/>
              </a:spcBef>
              <a:spcAft>
                <a:spcPts val="0"/>
              </a:spcAft>
              <a:buClr>
                <a:schemeClr val="dk1"/>
              </a:buClr>
              <a:buSzPts val="1800"/>
              <a:buFont typeface="Roboto"/>
              <a:buChar char="■"/>
              <a:defRPr sz="1800" b="0" i="0" u="none" strike="noStrike" cap="none">
                <a:solidFill>
                  <a:schemeClr val="dk1"/>
                </a:solidFill>
                <a:latin typeface="Roboto"/>
                <a:ea typeface="Roboto"/>
                <a:cs typeface="Roboto"/>
                <a:sym typeface="Roboto"/>
              </a:defRPr>
            </a:lvl9pPr>
          </a:lstStyle>
          <a:p>
            <a:pPr marL="0" lvl="1" indent="0">
              <a:spcBef>
                <a:spcPts val="600"/>
              </a:spcBef>
              <a:buNone/>
            </a:pPr>
            <a:r>
              <a:rPr lang="en-US" smtClean="0"/>
              <a:t>6.</a:t>
            </a:r>
            <a:r>
              <a:rPr lang="en-US"/>
              <a:t> Ngành công nghệ phần mềm</a:t>
            </a:r>
          </a:p>
          <a:p>
            <a:pPr marL="0" indent="0">
              <a:buFont typeface="Roboto"/>
              <a:buNone/>
            </a:pPr>
            <a:endParaRPr lang="vi-VN"/>
          </a:p>
        </p:txBody>
      </p:sp>
      <p:sp>
        <p:nvSpPr>
          <p:cNvPr id="9" name="Google Shape;131;p21"/>
          <p:cNvSpPr txBox="1">
            <a:spLocks/>
          </p:cNvSpPr>
          <p:nvPr/>
        </p:nvSpPr>
        <p:spPr>
          <a:xfrm>
            <a:off x="5667271" y="2760193"/>
            <a:ext cx="3084843" cy="870858"/>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42900" algn="l" rtl="0">
              <a:lnSpc>
                <a:spcPct val="100000"/>
              </a:lnSpc>
              <a:spcBef>
                <a:spcPts val="600"/>
              </a:spcBef>
              <a:spcAft>
                <a:spcPts val="0"/>
              </a:spcAft>
              <a:buClr>
                <a:schemeClr val="accent3"/>
              </a:buClr>
              <a:buSzPts val="1800"/>
              <a:buFont typeface="Roboto"/>
              <a:buChar char="▸"/>
              <a:defRPr sz="1800" b="0" i="0" u="none" strike="noStrike" cap="none">
                <a:solidFill>
                  <a:schemeClr val="dk1"/>
                </a:solidFill>
                <a:latin typeface="Roboto"/>
                <a:ea typeface="Roboto"/>
                <a:cs typeface="Roboto"/>
                <a:sym typeface="Roboto"/>
              </a:defRPr>
            </a:lvl1pPr>
            <a:lvl2pPr marL="914400" marR="0" lvl="1" indent="-342900" algn="l" rtl="0">
              <a:lnSpc>
                <a:spcPct val="100000"/>
              </a:lnSpc>
              <a:spcBef>
                <a:spcPts val="0"/>
              </a:spcBef>
              <a:spcAft>
                <a:spcPts val="0"/>
              </a:spcAft>
              <a:buClr>
                <a:schemeClr val="accent3"/>
              </a:buClr>
              <a:buSzPts val="1800"/>
              <a:buFont typeface="Roboto"/>
              <a:buChar char="▹"/>
              <a:defRPr sz="1800" b="0" i="0" u="none" strike="noStrike" cap="none">
                <a:solidFill>
                  <a:schemeClr val="dk1"/>
                </a:solidFill>
                <a:latin typeface="Roboto"/>
                <a:ea typeface="Roboto"/>
                <a:cs typeface="Roboto"/>
                <a:sym typeface="Roboto"/>
              </a:defRPr>
            </a:lvl2pPr>
            <a:lvl3pPr marL="1371600" marR="0" lvl="2" indent="-342900" algn="l" rtl="0">
              <a:lnSpc>
                <a:spcPct val="100000"/>
              </a:lnSpc>
              <a:spcBef>
                <a:spcPts val="0"/>
              </a:spcBef>
              <a:spcAft>
                <a:spcPts val="0"/>
              </a:spcAft>
              <a:buClr>
                <a:schemeClr val="accent3"/>
              </a:buClr>
              <a:buSzPts val="1800"/>
              <a:buFont typeface="Roboto"/>
              <a:buChar char="■"/>
              <a:defRPr sz="1800" b="0" i="0" u="none" strike="noStrike" cap="none">
                <a:solidFill>
                  <a:schemeClr val="dk1"/>
                </a:solidFill>
                <a:latin typeface="Roboto"/>
                <a:ea typeface="Roboto"/>
                <a:cs typeface="Roboto"/>
                <a:sym typeface="Roboto"/>
              </a:defRPr>
            </a:lvl3pPr>
            <a:lvl4pPr marL="1828800" marR="0" lvl="3" indent="-342900" algn="l" rtl="0">
              <a:lnSpc>
                <a:spcPct val="100000"/>
              </a:lnSpc>
              <a:spcBef>
                <a:spcPts val="0"/>
              </a:spcBef>
              <a:spcAft>
                <a:spcPts val="0"/>
              </a:spcAft>
              <a:buClr>
                <a:schemeClr val="dk1"/>
              </a:buClr>
              <a:buSzPts val="1800"/>
              <a:buFont typeface="Roboto"/>
              <a:buChar char="●"/>
              <a:defRPr sz="1800" b="0" i="0" u="none" strike="noStrike" cap="none">
                <a:solidFill>
                  <a:schemeClr val="dk1"/>
                </a:solidFill>
                <a:latin typeface="Roboto"/>
                <a:ea typeface="Roboto"/>
                <a:cs typeface="Roboto"/>
                <a:sym typeface="Roboto"/>
              </a:defRPr>
            </a:lvl4pPr>
            <a:lvl5pPr marL="2286000" marR="0" lvl="4" indent="-342900" algn="l" rtl="0">
              <a:lnSpc>
                <a:spcPct val="100000"/>
              </a:lnSpc>
              <a:spcBef>
                <a:spcPts val="0"/>
              </a:spcBef>
              <a:spcAft>
                <a:spcPts val="0"/>
              </a:spcAft>
              <a:buClr>
                <a:schemeClr val="dk1"/>
              </a:buClr>
              <a:buSzPts val="1800"/>
              <a:buFont typeface="Roboto"/>
              <a:buChar char="○"/>
              <a:defRPr sz="1800" b="0" i="0" u="none" strike="noStrike" cap="none">
                <a:solidFill>
                  <a:schemeClr val="dk1"/>
                </a:solidFill>
                <a:latin typeface="Roboto"/>
                <a:ea typeface="Roboto"/>
                <a:cs typeface="Roboto"/>
                <a:sym typeface="Roboto"/>
              </a:defRPr>
            </a:lvl5pPr>
            <a:lvl6pPr marL="2743200" marR="0" lvl="5" indent="-342900" algn="l" rtl="0">
              <a:lnSpc>
                <a:spcPct val="100000"/>
              </a:lnSpc>
              <a:spcBef>
                <a:spcPts val="0"/>
              </a:spcBef>
              <a:spcAft>
                <a:spcPts val="0"/>
              </a:spcAft>
              <a:buClr>
                <a:schemeClr val="dk1"/>
              </a:buClr>
              <a:buSzPts val="1800"/>
              <a:buFont typeface="Roboto"/>
              <a:buChar char="■"/>
              <a:defRPr sz="1800" b="0" i="0" u="none" strike="noStrike" cap="none">
                <a:solidFill>
                  <a:schemeClr val="dk1"/>
                </a:solidFill>
                <a:latin typeface="Roboto"/>
                <a:ea typeface="Roboto"/>
                <a:cs typeface="Roboto"/>
                <a:sym typeface="Roboto"/>
              </a:defRPr>
            </a:lvl6pPr>
            <a:lvl7pPr marL="3200400" marR="0" lvl="6" indent="-342900" algn="l" rtl="0">
              <a:lnSpc>
                <a:spcPct val="100000"/>
              </a:lnSpc>
              <a:spcBef>
                <a:spcPts val="0"/>
              </a:spcBef>
              <a:spcAft>
                <a:spcPts val="0"/>
              </a:spcAft>
              <a:buClr>
                <a:schemeClr val="dk1"/>
              </a:buClr>
              <a:buSzPts val="1800"/>
              <a:buFont typeface="Roboto"/>
              <a:buChar char="●"/>
              <a:defRPr sz="1800" b="0" i="0" u="none" strike="noStrike" cap="none">
                <a:solidFill>
                  <a:schemeClr val="dk1"/>
                </a:solidFill>
                <a:latin typeface="Roboto"/>
                <a:ea typeface="Roboto"/>
                <a:cs typeface="Roboto"/>
                <a:sym typeface="Roboto"/>
              </a:defRPr>
            </a:lvl7pPr>
            <a:lvl8pPr marL="3657600" marR="0" lvl="7" indent="-342900" algn="l" rtl="0">
              <a:lnSpc>
                <a:spcPct val="100000"/>
              </a:lnSpc>
              <a:spcBef>
                <a:spcPts val="0"/>
              </a:spcBef>
              <a:spcAft>
                <a:spcPts val="0"/>
              </a:spcAft>
              <a:buClr>
                <a:schemeClr val="dk1"/>
              </a:buClr>
              <a:buSzPts val="1800"/>
              <a:buFont typeface="Roboto"/>
              <a:buChar char="○"/>
              <a:defRPr sz="1800" b="0" i="0" u="none" strike="noStrike" cap="none">
                <a:solidFill>
                  <a:schemeClr val="dk1"/>
                </a:solidFill>
                <a:latin typeface="Roboto"/>
                <a:ea typeface="Roboto"/>
                <a:cs typeface="Roboto"/>
                <a:sym typeface="Roboto"/>
              </a:defRPr>
            </a:lvl8pPr>
            <a:lvl9pPr marL="4114800" marR="0" lvl="8" indent="-342900" algn="l" rtl="0">
              <a:lnSpc>
                <a:spcPct val="100000"/>
              </a:lnSpc>
              <a:spcBef>
                <a:spcPts val="0"/>
              </a:spcBef>
              <a:spcAft>
                <a:spcPts val="0"/>
              </a:spcAft>
              <a:buClr>
                <a:schemeClr val="dk1"/>
              </a:buClr>
              <a:buSzPts val="1800"/>
              <a:buFont typeface="Roboto"/>
              <a:buChar char="■"/>
              <a:defRPr sz="1800" b="0" i="0" u="none" strike="noStrike" cap="none">
                <a:solidFill>
                  <a:schemeClr val="dk1"/>
                </a:solidFill>
                <a:latin typeface="Roboto"/>
                <a:ea typeface="Roboto"/>
                <a:cs typeface="Roboto"/>
                <a:sym typeface="Roboto"/>
              </a:defRPr>
            </a:lvl9pPr>
          </a:lstStyle>
          <a:p>
            <a:pPr marL="0" lvl="1" indent="0">
              <a:spcBef>
                <a:spcPts val="600"/>
              </a:spcBef>
              <a:buNone/>
            </a:pPr>
            <a:r>
              <a:rPr lang="en-US" smtClean="0"/>
              <a:t>8.</a:t>
            </a:r>
            <a:r>
              <a:rPr lang="en-US"/>
              <a:t> Ngành Big Data &amp; Machine Learning</a:t>
            </a:r>
          </a:p>
          <a:p>
            <a:pPr marL="0" indent="0">
              <a:buFont typeface="Roboto"/>
              <a:buNone/>
            </a:pPr>
            <a:endParaRPr lang="en-US"/>
          </a:p>
        </p:txBody>
      </p:sp>
      <p:sp>
        <p:nvSpPr>
          <p:cNvPr id="10" name="Google Shape;132;p21"/>
          <p:cNvSpPr txBox="1">
            <a:spLocks/>
          </p:cNvSpPr>
          <p:nvPr/>
        </p:nvSpPr>
        <p:spPr>
          <a:xfrm>
            <a:off x="5667271" y="1621972"/>
            <a:ext cx="3084843" cy="96405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42900" algn="l" rtl="0">
              <a:lnSpc>
                <a:spcPct val="100000"/>
              </a:lnSpc>
              <a:spcBef>
                <a:spcPts val="600"/>
              </a:spcBef>
              <a:spcAft>
                <a:spcPts val="0"/>
              </a:spcAft>
              <a:buClr>
                <a:schemeClr val="accent3"/>
              </a:buClr>
              <a:buSzPts val="1800"/>
              <a:buFont typeface="Roboto"/>
              <a:buChar char="▸"/>
              <a:defRPr sz="1800" b="0" i="0" u="none" strike="noStrike" cap="none">
                <a:solidFill>
                  <a:schemeClr val="dk1"/>
                </a:solidFill>
                <a:latin typeface="Roboto"/>
                <a:ea typeface="Roboto"/>
                <a:cs typeface="Roboto"/>
                <a:sym typeface="Roboto"/>
              </a:defRPr>
            </a:lvl1pPr>
            <a:lvl2pPr marL="914400" marR="0" lvl="1" indent="-342900" algn="l" rtl="0">
              <a:lnSpc>
                <a:spcPct val="100000"/>
              </a:lnSpc>
              <a:spcBef>
                <a:spcPts val="0"/>
              </a:spcBef>
              <a:spcAft>
                <a:spcPts val="0"/>
              </a:spcAft>
              <a:buClr>
                <a:schemeClr val="accent3"/>
              </a:buClr>
              <a:buSzPts val="1800"/>
              <a:buFont typeface="Roboto"/>
              <a:buChar char="▹"/>
              <a:defRPr sz="1800" b="0" i="0" u="none" strike="noStrike" cap="none">
                <a:solidFill>
                  <a:schemeClr val="dk1"/>
                </a:solidFill>
                <a:latin typeface="Roboto"/>
                <a:ea typeface="Roboto"/>
                <a:cs typeface="Roboto"/>
                <a:sym typeface="Roboto"/>
              </a:defRPr>
            </a:lvl2pPr>
            <a:lvl3pPr marL="1371600" marR="0" lvl="2" indent="-342900" algn="l" rtl="0">
              <a:lnSpc>
                <a:spcPct val="100000"/>
              </a:lnSpc>
              <a:spcBef>
                <a:spcPts val="0"/>
              </a:spcBef>
              <a:spcAft>
                <a:spcPts val="0"/>
              </a:spcAft>
              <a:buClr>
                <a:schemeClr val="accent3"/>
              </a:buClr>
              <a:buSzPts val="1800"/>
              <a:buFont typeface="Roboto"/>
              <a:buChar char="■"/>
              <a:defRPr sz="1800" b="0" i="0" u="none" strike="noStrike" cap="none">
                <a:solidFill>
                  <a:schemeClr val="dk1"/>
                </a:solidFill>
                <a:latin typeface="Roboto"/>
                <a:ea typeface="Roboto"/>
                <a:cs typeface="Roboto"/>
                <a:sym typeface="Roboto"/>
              </a:defRPr>
            </a:lvl3pPr>
            <a:lvl4pPr marL="1828800" marR="0" lvl="3" indent="-342900" algn="l" rtl="0">
              <a:lnSpc>
                <a:spcPct val="100000"/>
              </a:lnSpc>
              <a:spcBef>
                <a:spcPts val="0"/>
              </a:spcBef>
              <a:spcAft>
                <a:spcPts val="0"/>
              </a:spcAft>
              <a:buClr>
                <a:schemeClr val="dk1"/>
              </a:buClr>
              <a:buSzPts val="1800"/>
              <a:buFont typeface="Roboto"/>
              <a:buChar char="●"/>
              <a:defRPr sz="1800" b="0" i="0" u="none" strike="noStrike" cap="none">
                <a:solidFill>
                  <a:schemeClr val="dk1"/>
                </a:solidFill>
                <a:latin typeface="Roboto"/>
                <a:ea typeface="Roboto"/>
                <a:cs typeface="Roboto"/>
                <a:sym typeface="Roboto"/>
              </a:defRPr>
            </a:lvl4pPr>
            <a:lvl5pPr marL="2286000" marR="0" lvl="4" indent="-342900" algn="l" rtl="0">
              <a:lnSpc>
                <a:spcPct val="100000"/>
              </a:lnSpc>
              <a:spcBef>
                <a:spcPts val="0"/>
              </a:spcBef>
              <a:spcAft>
                <a:spcPts val="0"/>
              </a:spcAft>
              <a:buClr>
                <a:schemeClr val="dk1"/>
              </a:buClr>
              <a:buSzPts val="1800"/>
              <a:buFont typeface="Roboto"/>
              <a:buChar char="○"/>
              <a:defRPr sz="1800" b="0" i="0" u="none" strike="noStrike" cap="none">
                <a:solidFill>
                  <a:schemeClr val="dk1"/>
                </a:solidFill>
                <a:latin typeface="Roboto"/>
                <a:ea typeface="Roboto"/>
                <a:cs typeface="Roboto"/>
                <a:sym typeface="Roboto"/>
              </a:defRPr>
            </a:lvl5pPr>
            <a:lvl6pPr marL="2743200" marR="0" lvl="5" indent="-342900" algn="l" rtl="0">
              <a:lnSpc>
                <a:spcPct val="100000"/>
              </a:lnSpc>
              <a:spcBef>
                <a:spcPts val="0"/>
              </a:spcBef>
              <a:spcAft>
                <a:spcPts val="0"/>
              </a:spcAft>
              <a:buClr>
                <a:schemeClr val="dk1"/>
              </a:buClr>
              <a:buSzPts val="1800"/>
              <a:buFont typeface="Roboto"/>
              <a:buChar char="■"/>
              <a:defRPr sz="1800" b="0" i="0" u="none" strike="noStrike" cap="none">
                <a:solidFill>
                  <a:schemeClr val="dk1"/>
                </a:solidFill>
                <a:latin typeface="Roboto"/>
                <a:ea typeface="Roboto"/>
                <a:cs typeface="Roboto"/>
                <a:sym typeface="Roboto"/>
              </a:defRPr>
            </a:lvl6pPr>
            <a:lvl7pPr marL="3200400" marR="0" lvl="6" indent="-342900" algn="l" rtl="0">
              <a:lnSpc>
                <a:spcPct val="100000"/>
              </a:lnSpc>
              <a:spcBef>
                <a:spcPts val="0"/>
              </a:spcBef>
              <a:spcAft>
                <a:spcPts val="0"/>
              </a:spcAft>
              <a:buClr>
                <a:schemeClr val="dk1"/>
              </a:buClr>
              <a:buSzPts val="1800"/>
              <a:buFont typeface="Roboto"/>
              <a:buChar char="●"/>
              <a:defRPr sz="1800" b="0" i="0" u="none" strike="noStrike" cap="none">
                <a:solidFill>
                  <a:schemeClr val="dk1"/>
                </a:solidFill>
                <a:latin typeface="Roboto"/>
                <a:ea typeface="Roboto"/>
                <a:cs typeface="Roboto"/>
                <a:sym typeface="Roboto"/>
              </a:defRPr>
            </a:lvl7pPr>
            <a:lvl8pPr marL="3657600" marR="0" lvl="7" indent="-342900" algn="l" rtl="0">
              <a:lnSpc>
                <a:spcPct val="100000"/>
              </a:lnSpc>
              <a:spcBef>
                <a:spcPts val="0"/>
              </a:spcBef>
              <a:spcAft>
                <a:spcPts val="0"/>
              </a:spcAft>
              <a:buClr>
                <a:schemeClr val="dk1"/>
              </a:buClr>
              <a:buSzPts val="1800"/>
              <a:buFont typeface="Roboto"/>
              <a:buChar char="○"/>
              <a:defRPr sz="1800" b="0" i="0" u="none" strike="noStrike" cap="none">
                <a:solidFill>
                  <a:schemeClr val="dk1"/>
                </a:solidFill>
                <a:latin typeface="Roboto"/>
                <a:ea typeface="Roboto"/>
                <a:cs typeface="Roboto"/>
                <a:sym typeface="Roboto"/>
              </a:defRPr>
            </a:lvl8pPr>
            <a:lvl9pPr marL="4114800" marR="0" lvl="8" indent="-342900" algn="l" rtl="0">
              <a:lnSpc>
                <a:spcPct val="100000"/>
              </a:lnSpc>
              <a:spcBef>
                <a:spcPts val="0"/>
              </a:spcBef>
              <a:spcAft>
                <a:spcPts val="0"/>
              </a:spcAft>
              <a:buClr>
                <a:schemeClr val="dk1"/>
              </a:buClr>
              <a:buSzPts val="1800"/>
              <a:buFont typeface="Roboto"/>
              <a:buChar char="■"/>
              <a:defRPr sz="1800" b="0" i="0" u="none" strike="noStrike" cap="none">
                <a:solidFill>
                  <a:schemeClr val="dk1"/>
                </a:solidFill>
                <a:latin typeface="Roboto"/>
                <a:ea typeface="Roboto"/>
                <a:cs typeface="Roboto"/>
                <a:sym typeface="Roboto"/>
              </a:defRPr>
            </a:lvl9pPr>
          </a:lstStyle>
          <a:p>
            <a:pPr marL="0" lvl="1" indent="0">
              <a:spcBef>
                <a:spcPts val="600"/>
              </a:spcBef>
              <a:buNone/>
            </a:pPr>
            <a:r>
              <a:rPr lang="en-US" smtClean="0"/>
              <a:t>7.</a:t>
            </a:r>
            <a:r>
              <a:rPr lang="en-US"/>
              <a:t> Ngành hệ thống thông tin quản lý</a:t>
            </a:r>
          </a:p>
          <a:p>
            <a:pPr marL="0" indent="0">
              <a:buFont typeface="Roboto"/>
              <a:buNone/>
            </a:pPr>
            <a:endParaRPr lang="en-US"/>
          </a:p>
        </p:txBody>
      </p:sp>
      <p:sp>
        <p:nvSpPr>
          <p:cNvPr id="11" name="Google Shape;131;p21"/>
          <p:cNvSpPr txBox="1">
            <a:spLocks/>
          </p:cNvSpPr>
          <p:nvPr/>
        </p:nvSpPr>
        <p:spPr>
          <a:xfrm>
            <a:off x="5667271" y="3805222"/>
            <a:ext cx="3084843" cy="870858"/>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42900" algn="l" rtl="0">
              <a:lnSpc>
                <a:spcPct val="100000"/>
              </a:lnSpc>
              <a:spcBef>
                <a:spcPts val="600"/>
              </a:spcBef>
              <a:spcAft>
                <a:spcPts val="0"/>
              </a:spcAft>
              <a:buClr>
                <a:schemeClr val="accent3"/>
              </a:buClr>
              <a:buSzPts val="1800"/>
              <a:buFont typeface="Roboto"/>
              <a:buChar char="▸"/>
              <a:defRPr sz="1800" b="0" i="0" u="none" strike="noStrike" cap="none">
                <a:solidFill>
                  <a:schemeClr val="dk1"/>
                </a:solidFill>
                <a:latin typeface="Roboto"/>
                <a:ea typeface="Roboto"/>
                <a:cs typeface="Roboto"/>
                <a:sym typeface="Roboto"/>
              </a:defRPr>
            </a:lvl1pPr>
            <a:lvl2pPr marL="914400" marR="0" lvl="1" indent="-342900" algn="l" rtl="0">
              <a:lnSpc>
                <a:spcPct val="100000"/>
              </a:lnSpc>
              <a:spcBef>
                <a:spcPts val="0"/>
              </a:spcBef>
              <a:spcAft>
                <a:spcPts val="0"/>
              </a:spcAft>
              <a:buClr>
                <a:schemeClr val="accent3"/>
              </a:buClr>
              <a:buSzPts val="1800"/>
              <a:buFont typeface="Roboto"/>
              <a:buChar char="▹"/>
              <a:defRPr sz="1800" b="0" i="0" u="none" strike="noStrike" cap="none">
                <a:solidFill>
                  <a:schemeClr val="dk1"/>
                </a:solidFill>
                <a:latin typeface="Roboto"/>
                <a:ea typeface="Roboto"/>
                <a:cs typeface="Roboto"/>
                <a:sym typeface="Roboto"/>
              </a:defRPr>
            </a:lvl2pPr>
            <a:lvl3pPr marL="1371600" marR="0" lvl="2" indent="-342900" algn="l" rtl="0">
              <a:lnSpc>
                <a:spcPct val="100000"/>
              </a:lnSpc>
              <a:spcBef>
                <a:spcPts val="0"/>
              </a:spcBef>
              <a:spcAft>
                <a:spcPts val="0"/>
              </a:spcAft>
              <a:buClr>
                <a:schemeClr val="accent3"/>
              </a:buClr>
              <a:buSzPts val="1800"/>
              <a:buFont typeface="Roboto"/>
              <a:buChar char="■"/>
              <a:defRPr sz="1800" b="0" i="0" u="none" strike="noStrike" cap="none">
                <a:solidFill>
                  <a:schemeClr val="dk1"/>
                </a:solidFill>
                <a:latin typeface="Roboto"/>
                <a:ea typeface="Roboto"/>
                <a:cs typeface="Roboto"/>
                <a:sym typeface="Roboto"/>
              </a:defRPr>
            </a:lvl3pPr>
            <a:lvl4pPr marL="1828800" marR="0" lvl="3" indent="-342900" algn="l" rtl="0">
              <a:lnSpc>
                <a:spcPct val="100000"/>
              </a:lnSpc>
              <a:spcBef>
                <a:spcPts val="0"/>
              </a:spcBef>
              <a:spcAft>
                <a:spcPts val="0"/>
              </a:spcAft>
              <a:buClr>
                <a:schemeClr val="dk1"/>
              </a:buClr>
              <a:buSzPts val="1800"/>
              <a:buFont typeface="Roboto"/>
              <a:buChar char="●"/>
              <a:defRPr sz="1800" b="0" i="0" u="none" strike="noStrike" cap="none">
                <a:solidFill>
                  <a:schemeClr val="dk1"/>
                </a:solidFill>
                <a:latin typeface="Roboto"/>
                <a:ea typeface="Roboto"/>
                <a:cs typeface="Roboto"/>
                <a:sym typeface="Roboto"/>
              </a:defRPr>
            </a:lvl4pPr>
            <a:lvl5pPr marL="2286000" marR="0" lvl="4" indent="-342900" algn="l" rtl="0">
              <a:lnSpc>
                <a:spcPct val="100000"/>
              </a:lnSpc>
              <a:spcBef>
                <a:spcPts val="0"/>
              </a:spcBef>
              <a:spcAft>
                <a:spcPts val="0"/>
              </a:spcAft>
              <a:buClr>
                <a:schemeClr val="dk1"/>
              </a:buClr>
              <a:buSzPts val="1800"/>
              <a:buFont typeface="Roboto"/>
              <a:buChar char="○"/>
              <a:defRPr sz="1800" b="0" i="0" u="none" strike="noStrike" cap="none">
                <a:solidFill>
                  <a:schemeClr val="dk1"/>
                </a:solidFill>
                <a:latin typeface="Roboto"/>
                <a:ea typeface="Roboto"/>
                <a:cs typeface="Roboto"/>
                <a:sym typeface="Roboto"/>
              </a:defRPr>
            </a:lvl5pPr>
            <a:lvl6pPr marL="2743200" marR="0" lvl="5" indent="-342900" algn="l" rtl="0">
              <a:lnSpc>
                <a:spcPct val="100000"/>
              </a:lnSpc>
              <a:spcBef>
                <a:spcPts val="0"/>
              </a:spcBef>
              <a:spcAft>
                <a:spcPts val="0"/>
              </a:spcAft>
              <a:buClr>
                <a:schemeClr val="dk1"/>
              </a:buClr>
              <a:buSzPts val="1800"/>
              <a:buFont typeface="Roboto"/>
              <a:buChar char="■"/>
              <a:defRPr sz="1800" b="0" i="0" u="none" strike="noStrike" cap="none">
                <a:solidFill>
                  <a:schemeClr val="dk1"/>
                </a:solidFill>
                <a:latin typeface="Roboto"/>
                <a:ea typeface="Roboto"/>
                <a:cs typeface="Roboto"/>
                <a:sym typeface="Roboto"/>
              </a:defRPr>
            </a:lvl6pPr>
            <a:lvl7pPr marL="3200400" marR="0" lvl="6" indent="-342900" algn="l" rtl="0">
              <a:lnSpc>
                <a:spcPct val="100000"/>
              </a:lnSpc>
              <a:spcBef>
                <a:spcPts val="0"/>
              </a:spcBef>
              <a:spcAft>
                <a:spcPts val="0"/>
              </a:spcAft>
              <a:buClr>
                <a:schemeClr val="dk1"/>
              </a:buClr>
              <a:buSzPts val="1800"/>
              <a:buFont typeface="Roboto"/>
              <a:buChar char="●"/>
              <a:defRPr sz="1800" b="0" i="0" u="none" strike="noStrike" cap="none">
                <a:solidFill>
                  <a:schemeClr val="dk1"/>
                </a:solidFill>
                <a:latin typeface="Roboto"/>
                <a:ea typeface="Roboto"/>
                <a:cs typeface="Roboto"/>
                <a:sym typeface="Roboto"/>
              </a:defRPr>
            </a:lvl7pPr>
            <a:lvl8pPr marL="3657600" marR="0" lvl="7" indent="-342900" algn="l" rtl="0">
              <a:lnSpc>
                <a:spcPct val="100000"/>
              </a:lnSpc>
              <a:spcBef>
                <a:spcPts val="0"/>
              </a:spcBef>
              <a:spcAft>
                <a:spcPts val="0"/>
              </a:spcAft>
              <a:buClr>
                <a:schemeClr val="dk1"/>
              </a:buClr>
              <a:buSzPts val="1800"/>
              <a:buFont typeface="Roboto"/>
              <a:buChar char="○"/>
              <a:defRPr sz="1800" b="0" i="0" u="none" strike="noStrike" cap="none">
                <a:solidFill>
                  <a:schemeClr val="dk1"/>
                </a:solidFill>
                <a:latin typeface="Roboto"/>
                <a:ea typeface="Roboto"/>
                <a:cs typeface="Roboto"/>
                <a:sym typeface="Roboto"/>
              </a:defRPr>
            </a:lvl8pPr>
            <a:lvl9pPr marL="4114800" marR="0" lvl="8" indent="-342900" algn="l" rtl="0">
              <a:lnSpc>
                <a:spcPct val="100000"/>
              </a:lnSpc>
              <a:spcBef>
                <a:spcPts val="0"/>
              </a:spcBef>
              <a:spcAft>
                <a:spcPts val="0"/>
              </a:spcAft>
              <a:buClr>
                <a:schemeClr val="dk1"/>
              </a:buClr>
              <a:buSzPts val="1800"/>
              <a:buFont typeface="Roboto"/>
              <a:buChar char="■"/>
              <a:defRPr sz="1800" b="0" i="0" u="none" strike="noStrike" cap="none">
                <a:solidFill>
                  <a:schemeClr val="dk1"/>
                </a:solidFill>
                <a:latin typeface="Roboto"/>
                <a:ea typeface="Roboto"/>
                <a:cs typeface="Roboto"/>
                <a:sym typeface="Roboto"/>
              </a:defRPr>
            </a:lvl9pPr>
          </a:lstStyle>
          <a:p>
            <a:pPr marL="0" lvl="1" indent="0">
              <a:spcBef>
                <a:spcPts val="600"/>
              </a:spcBef>
              <a:buNone/>
            </a:pPr>
            <a:r>
              <a:rPr lang="en-US"/>
              <a:t>9</a:t>
            </a:r>
            <a:r>
              <a:rPr lang="en-US" smtClean="0"/>
              <a:t>. </a:t>
            </a:r>
            <a:r>
              <a:rPr lang="en-US"/>
              <a:t>Ngành Thiết kế Đồ họa/Game/Multimedia</a:t>
            </a:r>
          </a:p>
          <a:p>
            <a:pPr marL="0" indent="0">
              <a:buNone/>
            </a:pPr>
            <a:endParaRPr lang="en-US"/>
          </a:p>
        </p:txBody>
      </p:sp>
      <p:sp>
        <p:nvSpPr>
          <p:cNvPr id="12" name="Google Shape;131;p21"/>
          <p:cNvSpPr txBox="1">
            <a:spLocks/>
          </p:cNvSpPr>
          <p:nvPr/>
        </p:nvSpPr>
        <p:spPr>
          <a:xfrm>
            <a:off x="2494089" y="3780245"/>
            <a:ext cx="3084843" cy="870858"/>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42900" algn="l" rtl="0">
              <a:lnSpc>
                <a:spcPct val="100000"/>
              </a:lnSpc>
              <a:spcBef>
                <a:spcPts val="600"/>
              </a:spcBef>
              <a:spcAft>
                <a:spcPts val="0"/>
              </a:spcAft>
              <a:buClr>
                <a:schemeClr val="accent3"/>
              </a:buClr>
              <a:buSzPts val="1800"/>
              <a:buFont typeface="Roboto"/>
              <a:buChar char="▸"/>
              <a:defRPr sz="1800" b="0" i="0" u="none" strike="noStrike" cap="none">
                <a:solidFill>
                  <a:schemeClr val="dk1"/>
                </a:solidFill>
                <a:latin typeface="Roboto"/>
                <a:ea typeface="Roboto"/>
                <a:cs typeface="Roboto"/>
                <a:sym typeface="Roboto"/>
              </a:defRPr>
            </a:lvl1pPr>
            <a:lvl2pPr marL="914400" marR="0" lvl="1" indent="-342900" algn="l" rtl="0">
              <a:lnSpc>
                <a:spcPct val="100000"/>
              </a:lnSpc>
              <a:spcBef>
                <a:spcPts val="0"/>
              </a:spcBef>
              <a:spcAft>
                <a:spcPts val="0"/>
              </a:spcAft>
              <a:buClr>
                <a:schemeClr val="accent3"/>
              </a:buClr>
              <a:buSzPts val="1800"/>
              <a:buFont typeface="Roboto"/>
              <a:buChar char="▹"/>
              <a:defRPr sz="1800" b="0" i="0" u="none" strike="noStrike" cap="none">
                <a:solidFill>
                  <a:schemeClr val="dk1"/>
                </a:solidFill>
                <a:latin typeface="Roboto"/>
                <a:ea typeface="Roboto"/>
                <a:cs typeface="Roboto"/>
                <a:sym typeface="Roboto"/>
              </a:defRPr>
            </a:lvl2pPr>
            <a:lvl3pPr marL="1371600" marR="0" lvl="2" indent="-342900" algn="l" rtl="0">
              <a:lnSpc>
                <a:spcPct val="100000"/>
              </a:lnSpc>
              <a:spcBef>
                <a:spcPts val="0"/>
              </a:spcBef>
              <a:spcAft>
                <a:spcPts val="0"/>
              </a:spcAft>
              <a:buClr>
                <a:schemeClr val="accent3"/>
              </a:buClr>
              <a:buSzPts val="1800"/>
              <a:buFont typeface="Roboto"/>
              <a:buChar char="■"/>
              <a:defRPr sz="1800" b="0" i="0" u="none" strike="noStrike" cap="none">
                <a:solidFill>
                  <a:schemeClr val="dk1"/>
                </a:solidFill>
                <a:latin typeface="Roboto"/>
                <a:ea typeface="Roboto"/>
                <a:cs typeface="Roboto"/>
                <a:sym typeface="Roboto"/>
              </a:defRPr>
            </a:lvl3pPr>
            <a:lvl4pPr marL="1828800" marR="0" lvl="3" indent="-342900" algn="l" rtl="0">
              <a:lnSpc>
                <a:spcPct val="100000"/>
              </a:lnSpc>
              <a:spcBef>
                <a:spcPts val="0"/>
              </a:spcBef>
              <a:spcAft>
                <a:spcPts val="0"/>
              </a:spcAft>
              <a:buClr>
                <a:schemeClr val="dk1"/>
              </a:buClr>
              <a:buSzPts val="1800"/>
              <a:buFont typeface="Roboto"/>
              <a:buChar char="●"/>
              <a:defRPr sz="1800" b="0" i="0" u="none" strike="noStrike" cap="none">
                <a:solidFill>
                  <a:schemeClr val="dk1"/>
                </a:solidFill>
                <a:latin typeface="Roboto"/>
                <a:ea typeface="Roboto"/>
                <a:cs typeface="Roboto"/>
                <a:sym typeface="Roboto"/>
              </a:defRPr>
            </a:lvl4pPr>
            <a:lvl5pPr marL="2286000" marR="0" lvl="4" indent="-342900" algn="l" rtl="0">
              <a:lnSpc>
                <a:spcPct val="100000"/>
              </a:lnSpc>
              <a:spcBef>
                <a:spcPts val="0"/>
              </a:spcBef>
              <a:spcAft>
                <a:spcPts val="0"/>
              </a:spcAft>
              <a:buClr>
                <a:schemeClr val="dk1"/>
              </a:buClr>
              <a:buSzPts val="1800"/>
              <a:buFont typeface="Roboto"/>
              <a:buChar char="○"/>
              <a:defRPr sz="1800" b="0" i="0" u="none" strike="noStrike" cap="none">
                <a:solidFill>
                  <a:schemeClr val="dk1"/>
                </a:solidFill>
                <a:latin typeface="Roboto"/>
                <a:ea typeface="Roboto"/>
                <a:cs typeface="Roboto"/>
                <a:sym typeface="Roboto"/>
              </a:defRPr>
            </a:lvl5pPr>
            <a:lvl6pPr marL="2743200" marR="0" lvl="5" indent="-342900" algn="l" rtl="0">
              <a:lnSpc>
                <a:spcPct val="100000"/>
              </a:lnSpc>
              <a:spcBef>
                <a:spcPts val="0"/>
              </a:spcBef>
              <a:spcAft>
                <a:spcPts val="0"/>
              </a:spcAft>
              <a:buClr>
                <a:schemeClr val="dk1"/>
              </a:buClr>
              <a:buSzPts val="1800"/>
              <a:buFont typeface="Roboto"/>
              <a:buChar char="■"/>
              <a:defRPr sz="1800" b="0" i="0" u="none" strike="noStrike" cap="none">
                <a:solidFill>
                  <a:schemeClr val="dk1"/>
                </a:solidFill>
                <a:latin typeface="Roboto"/>
                <a:ea typeface="Roboto"/>
                <a:cs typeface="Roboto"/>
                <a:sym typeface="Roboto"/>
              </a:defRPr>
            </a:lvl6pPr>
            <a:lvl7pPr marL="3200400" marR="0" lvl="6" indent="-342900" algn="l" rtl="0">
              <a:lnSpc>
                <a:spcPct val="100000"/>
              </a:lnSpc>
              <a:spcBef>
                <a:spcPts val="0"/>
              </a:spcBef>
              <a:spcAft>
                <a:spcPts val="0"/>
              </a:spcAft>
              <a:buClr>
                <a:schemeClr val="dk1"/>
              </a:buClr>
              <a:buSzPts val="1800"/>
              <a:buFont typeface="Roboto"/>
              <a:buChar char="●"/>
              <a:defRPr sz="1800" b="0" i="0" u="none" strike="noStrike" cap="none">
                <a:solidFill>
                  <a:schemeClr val="dk1"/>
                </a:solidFill>
                <a:latin typeface="Roboto"/>
                <a:ea typeface="Roboto"/>
                <a:cs typeface="Roboto"/>
                <a:sym typeface="Roboto"/>
              </a:defRPr>
            </a:lvl7pPr>
            <a:lvl8pPr marL="3657600" marR="0" lvl="7" indent="-342900" algn="l" rtl="0">
              <a:lnSpc>
                <a:spcPct val="100000"/>
              </a:lnSpc>
              <a:spcBef>
                <a:spcPts val="0"/>
              </a:spcBef>
              <a:spcAft>
                <a:spcPts val="0"/>
              </a:spcAft>
              <a:buClr>
                <a:schemeClr val="dk1"/>
              </a:buClr>
              <a:buSzPts val="1800"/>
              <a:buFont typeface="Roboto"/>
              <a:buChar char="○"/>
              <a:defRPr sz="1800" b="0" i="0" u="none" strike="noStrike" cap="none">
                <a:solidFill>
                  <a:schemeClr val="dk1"/>
                </a:solidFill>
                <a:latin typeface="Roboto"/>
                <a:ea typeface="Roboto"/>
                <a:cs typeface="Roboto"/>
                <a:sym typeface="Roboto"/>
              </a:defRPr>
            </a:lvl8pPr>
            <a:lvl9pPr marL="4114800" marR="0" lvl="8" indent="-342900" algn="l" rtl="0">
              <a:lnSpc>
                <a:spcPct val="100000"/>
              </a:lnSpc>
              <a:spcBef>
                <a:spcPts val="0"/>
              </a:spcBef>
              <a:spcAft>
                <a:spcPts val="0"/>
              </a:spcAft>
              <a:buClr>
                <a:schemeClr val="dk1"/>
              </a:buClr>
              <a:buSzPts val="1800"/>
              <a:buFont typeface="Roboto"/>
              <a:buChar char="■"/>
              <a:defRPr sz="1800" b="0" i="0" u="none" strike="noStrike" cap="none">
                <a:solidFill>
                  <a:schemeClr val="dk1"/>
                </a:solidFill>
                <a:latin typeface="Roboto"/>
                <a:ea typeface="Roboto"/>
                <a:cs typeface="Roboto"/>
                <a:sym typeface="Roboto"/>
              </a:defRPr>
            </a:lvl9pPr>
          </a:lstStyle>
          <a:p>
            <a:pPr marL="0" indent="0">
              <a:buNone/>
            </a:pPr>
            <a:r>
              <a:rPr lang="en-US"/>
              <a:t>5</a:t>
            </a:r>
            <a:r>
              <a:rPr lang="en-US" smtClean="0"/>
              <a:t>. </a:t>
            </a:r>
            <a:r>
              <a:rPr lang="en-US"/>
              <a:t>Ngành kĩ thuật mạng</a:t>
            </a:r>
            <a:r>
              <a:rPr lang="en-US" smtClean="0"/>
              <a:t> </a:t>
            </a:r>
            <a:endParaRPr lang="en-US"/>
          </a:p>
        </p:txBody>
      </p:sp>
    </p:spTree>
    <p:extLst>
      <p:ext uri="{BB962C8B-B14F-4D97-AF65-F5344CB8AC3E}">
        <p14:creationId xmlns:p14="http://schemas.microsoft.com/office/powerpoint/2010/main" val="238472003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18"/>
          <p:cNvSpPr txBox="1">
            <a:spLocks noGrp="1"/>
          </p:cNvSpPr>
          <p:nvPr>
            <p:ph type="title"/>
          </p:nvPr>
        </p:nvSpPr>
        <p:spPr>
          <a:xfrm>
            <a:off x="203875" y="1626750"/>
            <a:ext cx="1712400" cy="857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mtClean="0"/>
              <a:t>Khoa học máy tính</a:t>
            </a:r>
            <a:endParaRPr/>
          </a:p>
        </p:txBody>
      </p:sp>
      <p:sp>
        <p:nvSpPr>
          <p:cNvPr id="97" name="Google Shape;97;p18"/>
          <p:cNvSpPr txBox="1">
            <a:spLocks noGrp="1"/>
          </p:cNvSpPr>
          <p:nvPr>
            <p:ph type="body" idx="1"/>
          </p:nvPr>
        </p:nvSpPr>
        <p:spPr>
          <a:xfrm>
            <a:off x="2188028" y="2405743"/>
            <a:ext cx="6955971" cy="2297896"/>
          </a:xfrm>
          <a:prstGeom prst="rect">
            <a:avLst/>
          </a:prstGeom>
        </p:spPr>
        <p:txBody>
          <a:bodyPr spcFirstLastPara="1" wrap="square" lIns="91425" tIns="91425" rIns="91425" bIns="91425" anchor="t" anchorCtr="0">
            <a:noAutofit/>
          </a:bodyPr>
          <a:lstStyle/>
          <a:p>
            <a:pPr marL="457200" lvl="0" indent="-419100" algn="l" rtl="0">
              <a:spcBef>
                <a:spcPts val="600"/>
              </a:spcBef>
              <a:spcAft>
                <a:spcPts val="0"/>
              </a:spcAft>
              <a:buClr>
                <a:schemeClr val="accent3"/>
              </a:buClr>
              <a:buSzPts val="3000"/>
              <a:buChar char="▸"/>
            </a:pPr>
            <a:r>
              <a:rPr lang="en-US" smtClean="0"/>
              <a:t>Công việc</a:t>
            </a:r>
          </a:p>
          <a:p>
            <a:pPr lvl="0">
              <a:buClr>
                <a:schemeClr val="accent3"/>
              </a:buClr>
            </a:pPr>
            <a:r>
              <a:rPr lang="en-US" sz="1800"/>
              <a:t>Lập trình viên phát triển ứng dụng (Applications software developer</a:t>
            </a:r>
            <a:r>
              <a:rPr lang="en-US" sz="1800" smtClean="0"/>
              <a:t>)</a:t>
            </a:r>
          </a:p>
          <a:p>
            <a:pPr lvl="0">
              <a:buClr>
                <a:schemeClr val="accent3"/>
              </a:buClr>
            </a:pPr>
            <a:r>
              <a:rPr lang="en-US" sz="1800"/>
              <a:t>Kỹ sư hệ thống (Systems engineer</a:t>
            </a:r>
            <a:r>
              <a:rPr lang="en-US" sz="1800" smtClean="0"/>
              <a:t>)</a:t>
            </a:r>
          </a:p>
          <a:p>
            <a:pPr lvl="0">
              <a:buClr>
                <a:schemeClr val="accent3"/>
              </a:buClr>
            </a:pPr>
            <a:r>
              <a:rPr lang="en-US" sz="1800"/>
              <a:t>Phát triển web (Web developer)</a:t>
            </a:r>
            <a:endParaRPr lang="en-US" sz="1800" smtClean="0"/>
          </a:p>
          <a:p>
            <a:pPr marL="457200" lvl="0" indent="-419100" algn="l" rtl="0">
              <a:spcBef>
                <a:spcPts val="600"/>
              </a:spcBef>
              <a:spcAft>
                <a:spcPts val="0"/>
              </a:spcAft>
              <a:buClr>
                <a:schemeClr val="accent3"/>
              </a:buClr>
              <a:buSzPts val="3000"/>
              <a:buChar char="▸"/>
            </a:pPr>
            <a:endParaRPr/>
          </a:p>
        </p:txBody>
      </p:sp>
      <p:sp>
        <p:nvSpPr>
          <p:cNvPr id="98" name="Google Shape;98;p18"/>
          <p:cNvSpPr txBox="1">
            <a:spLocks noGrp="1"/>
          </p:cNvSpPr>
          <p:nvPr>
            <p:ph type="sldNum" idx="12"/>
          </p:nvPr>
        </p:nvSpPr>
        <p:spPr>
          <a:xfrm>
            <a:off x="109075" y="146024"/>
            <a:ext cx="1807200" cy="1252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fld id="{00000000-1234-1234-1234-123412341234}" type="slidenum">
              <a:rPr lang="en"/>
              <a:t>7</a:t>
            </a:fld>
            <a:endParaRPr/>
          </a:p>
        </p:txBody>
      </p:sp>
      <p:sp>
        <p:nvSpPr>
          <p:cNvPr id="5" name="Google Shape;97;p18"/>
          <p:cNvSpPr txBox="1">
            <a:spLocks/>
          </p:cNvSpPr>
          <p:nvPr/>
        </p:nvSpPr>
        <p:spPr>
          <a:xfrm>
            <a:off x="2188029" y="186254"/>
            <a:ext cx="6955971" cy="2297896"/>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419100" algn="l" rtl="0">
              <a:lnSpc>
                <a:spcPct val="100000"/>
              </a:lnSpc>
              <a:spcBef>
                <a:spcPts val="600"/>
              </a:spcBef>
              <a:spcAft>
                <a:spcPts val="0"/>
              </a:spcAft>
              <a:buClr>
                <a:srgbClr val="6FA8DC"/>
              </a:buClr>
              <a:buSzPts val="3000"/>
              <a:buFont typeface="Roboto"/>
              <a:buChar char="▸"/>
              <a:defRPr sz="3000" b="0" i="0" u="none" strike="noStrike" cap="none">
                <a:solidFill>
                  <a:schemeClr val="dk1"/>
                </a:solidFill>
                <a:latin typeface="Roboto"/>
                <a:ea typeface="Roboto"/>
                <a:cs typeface="Roboto"/>
                <a:sym typeface="Roboto"/>
              </a:defRPr>
            </a:lvl1pPr>
            <a:lvl2pPr marL="914400" marR="0" lvl="1" indent="-381000" algn="l" rtl="0">
              <a:lnSpc>
                <a:spcPct val="100000"/>
              </a:lnSpc>
              <a:spcBef>
                <a:spcPts val="0"/>
              </a:spcBef>
              <a:spcAft>
                <a:spcPts val="0"/>
              </a:spcAft>
              <a:buClr>
                <a:srgbClr val="6FA8DC"/>
              </a:buClr>
              <a:buSzPts val="2400"/>
              <a:buFont typeface="Roboto"/>
              <a:buChar char="▹"/>
              <a:defRPr sz="2400" b="0" i="0" u="none" strike="noStrike" cap="none">
                <a:solidFill>
                  <a:schemeClr val="dk1"/>
                </a:solidFill>
                <a:latin typeface="Roboto"/>
                <a:ea typeface="Roboto"/>
                <a:cs typeface="Roboto"/>
                <a:sym typeface="Roboto"/>
              </a:defRPr>
            </a:lvl2pPr>
            <a:lvl3pPr marL="1371600" marR="0" lvl="2" indent="-381000" algn="l" rtl="0">
              <a:lnSpc>
                <a:spcPct val="100000"/>
              </a:lnSpc>
              <a:spcBef>
                <a:spcPts val="0"/>
              </a:spcBef>
              <a:spcAft>
                <a:spcPts val="0"/>
              </a:spcAft>
              <a:buClr>
                <a:srgbClr val="6FA8DC"/>
              </a:buClr>
              <a:buSzPts val="2400"/>
              <a:buFont typeface="Roboto"/>
              <a:buChar char="■"/>
              <a:defRPr sz="2400" b="0" i="0" u="none" strike="noStrike" cap="none">
                <a:solidFill>
                  <a:schemeClr val="dk1"/>
                </a:solidFill>
                <a:latin typeface="Roboto"/>
                <a:ea typeface="Roboto"/>
                <a:cs typeface="Roboto"/>
                <a:sym typeface="Roboto"/>
              </a:defRPr>
            </a:lvl3pPr>
            <a:lvl4pPr marL="1828800" marR="0" lvl="3" indent="-342900" algn="l" rtl="0">
              <a:lnSpc>
                <a:spcPct val="100000"/>
              </a:lnSpc>
              <a:spcBef>
                <a:spcPts val="0"/>
              </a:spcBef>
              <a:spcAft>
                <a:spcPts val="0"/>
              </a:spcAft>
              <a:buClr>
                <a:srgbClr val="6FA8DC"/>
              </a:buClr>
              <a:buSzPts val="1800"/>
              <a:buFont typeface="Roboto"/>
              <a:buChar char="●"/>
              <a:defRPr sz="1800" b="0" i="0" u="none" strike="noStrike" cap="none">
                <a:solidFill>
                  <a:schemeClr val="dk1"/>
                </a:solidFill>
                <a:latin typeface="Roboto"/>
                <a:ea typeface="Roboto"/>
                <a:cs typeface="Roboto"/>
                <a:sym typeface="Roboto"/>
              </a:defRPr>
            </a:lvl4pPr>
            <a:lvl5pPr marL="2286000" marR="0" lvl="4" indent="-342900" algn="l" rtl="0">
              <a:lnSpc>
                <a:spcPct val="100000"/>
              </a:lnSpc>
              <a:spcBef>
                <a:spcPts val="0"/>
              </a:spcBef>
              <a:spcAft>
                <a:spcPts val="0"/>
              </a:spcAft>
              <a:buClr>
                <a:schemeClr val="dk1"/>
              </a:buClr>
              <a:buSzPts val="1800"/>
              <a:buFont typeface="Roboto"/>
              <a:buChar char="○"/>
              <a:defRPr sz="1800" b="0" i="0" u="none" strike="noStrike" cap="none">
                <a:solidFill>
                  <a:schemeClr val="dk1"/>
                </a:solidFill>
                <a:latin typeface="Roboto"/>
                <a:ea typeface="Roboto"/>
                <a:cs typeface="Roboto"/>
                <a:sym typeface="Roboto"/>
              </a:defRPr>
            </a:lvl5pPr>
            <a:lvl6pPr marL="2743200" marR="0" lvl="5" indent="-342900" algn="l" rtl="0">
              <a:lnSpc>
                <a:spcPct val="100000"/>
              </a:lnSpc>
              <a:spcBef>
                <a:spcPts val="0"/>
              </a:spcBef>
              <a:spcAft>
                <a:spcPts val="0"/>
              </a:spcAft>
              <a:buClr>
                <a:schemeClr val="dk1"/>
              </a:buClr>
              <a:buSzPts val="1800"/>
              <a:buFont typeface="Roboto"/>
              <a:buChar char="■"/>
              <a:defRPr sz="1800" b="0" i="0" u="none" strike="noStrike" cap="none">
                <a:solidFill>
                  <a:schemeClr val="dk1"/>
                </a:solidFill>
                <a:latin typeface="Roboto"/>
                <a:ea typeface="Roboto"/>
                <a:cs typeface="Roboto"/>
                <a:sym typeface="Roboto"/>
              </a:defRPr>
            </a:lvl6pPr>
            <a:lvl7pPr marL="3200400" marR="0" lvl="6" indent="-342900" algn="l" rtl="0">
              <a:lnSpc>
                <a:spcPct val="100000"/>
              </a:lnSpc>
              <a:spcBef>
                <a:spcPts val="0"/>
              </a:spcBef>
              <a:spcAft>
                <a:spcPts val="0"/>
              </a:spcAft>
              <a:buClr>
                <a:schemeClr val="dk1"/>
              </a:buClr>
              <a:buSzPts val="1800"/>
              <a:buFont typeface="Roboto"/>
              <a:buChar char="●"/>
              <a:defRPr sz="1800" b="0" i="0" u="none" strike="noStrike" cap="none">
                <a:solidFill>
                  <a:schemeClr val="dk1"/>
                </a:solidFill>
                <a:latin typeface="Roboto"/>
                <a:ea typeface="Roboto"/>
                <a:cs typeface="Roboto"/>
                <a:sym typeface="Roboto"/>
              </a:defRPr>
            </a:lvl7pPr>
            <a:lvl8pPr marL="3657600" marR="0" lvl="7" indent="-342900" algn="l" rtl="0">
              <a:lnSpc>
                <a:spcPct val="100000"/>
              </a:lnSpc>
              <a:spcBef>
                <a:spcPts val="0"/>
              </a:spcBef>
              <a:spcAft>
                <a:spcPts val="0"/>
              </a:spcAft>
              <a:buClr>
                <a:schemeClr val="dk1"/>
              </a:buClr>
              <a:buSzPts val="1800"/>
              <a:buFont typeface="Roboto"/>
              <a:buChar char="○"/>
              <a:defRPr sz="1800" b="0" i="0" u="none" strike="noStrike" cap="none">
                <a:solidFill>
                  <a:schemeClr val="dk1"/>
                </a:solidFill>
                <a:latin typeface="Roboto"/>
                <a:ea typeface="Roboto"/>
                <a:cs typeface="Roboto"/>
                <a:sym typeface="Roboto"/>
              </a:defRPr>
            </a:lvl8pPr>
            <a:lvl9pPr marL="4114800" marR="0" lvl="8" indent="-342900" algn="l" rtl="0">
              <a:lnSpc>
                <a:spcPct val="100000"/>
              </a:lnSpc>
              <a:spcBef>
                <a:spcPts val="0"/>
              </a:spcBef>
              <a:spcAft>
                <a:spcPts val="0"/>
              </a:spcAft>
              <a:buClr>
                <a:schemeClr val="dk1"/>
              </a:buClr>
              <a:buSzPts val="1800"/>
              <a:buFont typeface="Roboto"/>
              <a:buChar char="■"/>
              <a:defRPr sz="1800" b="0" i="0" u="none" strike="noStrike" cap="none">
                <a:solidFill>
                  <a:schemeClr val="dk1"/>
                </a:solidFill>
                <a:latin typeface="Roboto"/>
                <a:ea typeface="Roboto"/>
                <a:cs typeface="Roboto"/>
                <a:sym typeface="Roboto"/>
              </a:defRPr>
            </a:lvl9pPr>
          </a:lstStyle>
          <a:p>
            <a:pPr marL="457200" lvl="3" indent="-419100">
              <a:spcBef>
                <a:spcPts val="600"/>
              </a:spcBef>
              <a:buClr>
                <a:schemeClr val="accent3"/>
              </a:buClr>
              <a:buSzPts val="3000"/>
              <a:buFont typeface="Roboto"/>
              <a:buChar char="▸"/>
            </a:pPr>
            <a:r>
              <a:rPr lang="en-US"/>
              <a:t>Người nghiên cứu khoa học máy tính là các nhà khoa học. Họ tập trung vào lý thuyết ứng dụng tính toán</a:t>
            </a:r>
          </a:p>
          <a:p>
            <a:pPr>
              <a:buClr>
                <a:schemeClr val="accent3"/>
              </a:buClr>
            </a:pPr>
            <a:r>
              <a:rPr lang="en-US" sz="1800"/>
              <a:t>Sử dụng thuật toán, cấu trúc dữ liệu và toán cao </a:t>
            </a:r>
            <a:r>
              <a:rPr lang="en-US" sz="1800" smtClean="0"/>
              <a:t>cấp</a:t>
            </a:r>
          </a:p>
          <a:p>
            <a:pPr>
              <a:buClr>
                <a:schemeClr val="accent3"/>
              </a:buClr>
            </a:pPr>
            <a:r>
              <a:rPr lang="en-US" sz="1800"/>
              <a:t>P</a:t>
            </a:r>
            <a:r>
              <a:rPr lang="en-US" sz="1800" smtClean="0"/>
              <a:t>hát </a:t>
            </a:r>
            <a:r>
              <a:rPr lang="en-US" sz="1800"/>
              <a:t>minh ra những cách thức mới để thao tác và truyền tải thông tin. T</a:t>
            </a:r>
            <a:r>
              <a:rPr lang="en-US" sz="1800" smtClean="0"/>
              <a:t>hường </a:t>
            </a:r>
            <a:r>
              <a:rPr lang="en-US" sz="1800"/>
              <a:t>quan tâm đến phần mềm, hệ điều hành và việc triển khai</a:t>
            </a:r>
            <a:r>
              <a:rPr lang="en-US" sz="1800" smtClean="0"/>
              <a:t>.</a:t>
            </a:r>
          </a:p>
          <a:p>
            <a:pPr marL="457200" lvl="3" indent="-419100">
              <a:spcBef>
                <a:spcPts val="600"/>
              </a:spcBef>
              <a:buClr>
                <a:schemeClr val="accent3"/>
              </a:buClr>
              <a:buSzPts val="3000"/>
              <a:buFont typeface="Roboto"/>
              <a:buChar char="▸"/>
            </a:pPr>
            <a:r>
              <a:rPr lang="en-US"/>
              <a:t>Các nhà khoa học máy tính có thể thấy và hiểu được mã máy</a:t>
            </a:r>
          </a:p>
          <a:p>
            <a:pPr>
              <a:buClr>
                <a:schemeClr val="accent3"/>
              </a:buClr>
            </a:pPr>
            <a:endParaRPr lang="en-GB" sz="180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18"/>
          <p:cNvSpPr txBox="1">
            <a:spLocks noGrp="1"/>
          </p:cNvSpPr>
          <p:nvPr>
            <p:ph type="title"/>
          </p:nvPr>
        </p:nvSpPr>
        <p:spPr>
          <a:xfrm>
            <a:off x="109075" y="1626750"/>
            <a:ext cx="1807200" cy="857400"/>
          </a:xfrm>
          <a:prstGeom prst="rect">
            <a:avLst/>
          </a:prstGeom>
        </p:spPr>
        <p:txBody>
          <a:bodyPr spcFirstLastPara="1" wrap="square" lIns="91425" tIns="91425" rIns="91425" bIns="91425" anchor="t" anchorCtr="0">
            <a:noAutofit/>
          </a:bodyPr>
          <a:lstStyle/>
          <a:p>
            <a:pPr lvl="1"/>
            <a:r>
              <a:rPr lang="en-US" sz="2400"/>
              <a:t>Hệ thống thông </a:t>
            </a:r>
            <a:r>
              <a:rPr lang="en-US" sz="2400" smtClean="0"/>
              <a:t>tin </a:t>
            </a:r>
            <a:r>
              <a:rPr lang="en-US" smtClean="0"/>
              <a:t>(</a:t>
            </a:r>
            <a:r>
              <a:rPr lang="en-US"/>
              <a:t>information systemst)</a:t>
            </a:r>
          </a:p>
        </p:txBody>
      </p:sp>
      <p:sp>
        <p:nvSpPr>
          <p:cNvPr id="97" name="Google Shape;97;p18"/>
          <p:cNvSpPr txBox="1">
            <a:spLocks noGrp="1"/>
          </p:cNvSpPr>
          <p:nvPr>
            <p:ph type="body" idx="1"/>
          </p:nvPr>
        </p:nvSpPr>
        <p:spPr>
          <a:xfrm>
            <a:off x="2188028" y="2405743"/>
            <a:ext cx="6955971" cy="2297896"/>
          </a:xfrm>
          <a:prstGeom prst="rect">
            <a:avLst/>
          </a:prstGeom>
        </p:spPr>
        <p:txBody>
          <a:bodyPr spcFirstLastPara="1" wrap="square" lIns="91425" tIns="91425" rIns="91425" bIns="91425" anchor="t" anchorCtr="0">
            <a:noAutofit/>
          </a:bodyPr>
          <a:lstStyle/>
          <a:p>
            <a:pPr marL="457200" lvl="0" indent="-419100" algn="l" rtl="0">
              <a:spcBef>
                <a:spcPts val="600"/>
              </a:spcBef>
              <a:spcAft>
                <a:spcPts val="0"/>
              </a:spcAft>
              <a:buClr>
                <a:schemeClr val="accent3"/>
              </a:buClr>
              <a:buSzPts val="3000"/>
              <a:buChar char="▸"/>
            </a:pPr>
            <a:r>
              <a:rPr lang="en-US" smtClean="0"/>
              <a:t>Công việc</a:t>
            </a:r>
          </a:p>
          <a:p>
            <a:pPr lvl="0">
              <a:buClr>
                <a:schemeClr val="accent3"/>
              </a:buClr>
            </a:pPr>
            <a:r>
              <a:rPr lang="en-US" sz="1800"/>
              <a:t>Nhà phân tích bảo mật thông tin (Information security analyst</a:t>
            </a:r>
            <a:r>
              <a:rPr lang="en-US" sz="1800" smtClean="0"/>
              <a:t>)</a:t>
            </a:r>
          </a:p>
          <a:p>
            <a:pPr lvl="0">
              <a:buClr>
                <a:schemeClr val="accent3"/>
              </a:buClr>
            </a:pPr>
            <a:r>
              <a:rPr lang="en-US" sz="1800"/>
              <a:t>Chuyên gia hỗ trợ máy tính (Computer support specialist)</a:t>
            </a:r>
            <a:endParaRPr lang="en-US" sz="1800" smtClean="0"/>
          </a:p>
          <a:p>
            <a:pPr lvl="0">
              <a:buClr>
                <a:schemeClr val="accent3"/>
              </a:buClr>
            </a:pPr>
            <a:r>
              <a:rPr lang="en-US" sz="1800"/>
              <a:t>Quản trị viên cơ sở dữ liệu (Database administrator</a:t>
            </a:r>
            <a:r>
              <a:rPr lang="en-US" sz="1800" smtClean="0"/>
              <a:t>)</a:t>
            </a:r>
          </a:p>
          <a:p>
            <a:pPr lvl="0">
              <a:buClr>
                <a:schemeClr val="accent3"/>
              </a:buClr>
            </a:pPr>
            <a:r>
              <a:rPr lang="en-US" sz="1800"/>
              <a:t>Quản trị viên hệ thống (Systems administrator)</a:t>
            </a:r>
            <a:endParaRPr lang="en-US" sz="1800" smtClean="0"/>
          </a:p>
          <a:p>
            <a:pPr marL="457200" lvl="0" indent="-419100" algn="l" rtl="0">
              <a:spcBef>
                <a:spcPts val="600"/>
              </a:spcBef>
              <a:spcAft>
                <a:spcPts val="0"/>
              </a:spcAft>
              <a:buClr>
                <a:schemeClr val="accent3"/>
              </a:buClr>
              <a:buSzPts val="3000"/>
              <a:buChar char="▸"/>
            </a:pPr>
            <a:endParaRPr/>
          </a:p>
        </p:txBody>
      </p:sp>
      <p:sp>
        <p:nvSpPr>
          <p:cNvPr id="98" name="Google Shape;98;p18"/>
          <p:cNvSpPr txBox="1">
            <a:spLocks noGrp="1"/>
          </p:cNvSpPr>
          <p:nvPr>
            <p:ph type="sldNum" idx="12"/>
          </p:nvPr>
        </p:nvSpPr>
        <p:spPr>
          <a:xfrm>
            <a:off x="109075" y="146024"/>
            <a:ext cx="1807200" cy="1252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fld id="{00000000-1234-1234-1234-123412341234}" type="slidenum">
              <a:rPr lang="en"/>
              <a:t>8</a:t>
            </a:fld>
            <a:endParaRPr/>
          </a:p>
        </p:txBody>
      </p:sp>
      <p:sp>
        <p:nvSpPr>
          <p:cNvPr id="5" name="Google Shape;97;p18"/>
          <p:cNvSpPr txBox="1">
            <a:spLocks/>
          </p:cNvSpPr>
          <p:nvPr/>
        </p:nvSpPr>
        <p:spPr>
          <a:xfrm>
            <a:off x="2188029" y="186254"/>
            <a:ext cx="6955971" cy="2297896"/>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419100" algn="l" rtl="0">
              <a:lnSpc>
                <a:spcPct val="100000"/>
              </a:lnSpc>
              <a:spcBef>
                <a:spcPts val="600"/>
              </a:spcBef>
              <a:spcAft>
                <a:spcPts val="0"/>
              </a:spcAft>
              <a:buClr>
                <a:srgbClr val="6FA8DC"/>
              </a:buClr>
              <a:buSzPts val="3000"/>
              <a:buFont typeface="Roboto"/>
              <a:buChar char="▸"/>
              <a:defRPr sz="3000" b="0" i="0" u="none" strike="noStrike" cap="none">
                <a:solidFill>
                  <a:schemeClr val="dk1"/>
                </a:solidFill>
                <a:latin typeface="Roboto"/>
                <a:ea typeface="Roboto"/>
                <a:cs typeface="Roboto"/>
                <a:sym typeface="Roboto"/>
              </a:defRPr>
            </a:lvl1pPr>
            <a:lvl2pPr marL="914400" marR="0" lvl="1" indent="-381000" algn="l" rtl="0">
              <a:lnSpc>
                <a:spcPct val="100000"/>
              </a:lnSpc>
              <a:spcBef>
                <a:spcPts val="0"/>
              </a:spcBef>
              <a:spcAft>
                <a:spcPts val="0"/>
              </a:spcAft>
              <a:buClr>
                <a:srgbClr val="6FA8DC"/>
              </a:buClr>
              <a:buSzPts val="2400"/>
              <a:buFont typeface="Roboto"/>
              <a:buChar char="▹"/>
              <a:defRPr sz="2400" b="0" i="0" u="none" strike="noStrike" cap="none">
                <a:solidFill>
                  <a:schemeClr val="dk1"/>
                </a:solidFill>
                <a:latin typeface="Roboto"/>
                <a:ea typeface="Roboto"/>
                <a:cs typeface="Roboto"/>
                <a:sym typeface="Roboto"/>
              </a:defRPr>
            </a:lvl2pPr>
            <a:lvl3pPr marL="1371600" marR="0" lvl="2" indent="-381000" algn="l" rtl="0">
              <a:lnSpc>
                <a:spcPct val="100000"/>
              </a:lnSpc>
              <a:spcBef>
                <a:spcPts val="0"/>
              </a:spcBef>
              <a:spcAft>
                <a:spcPts val="0"/>
              </a:spcAft>
              <a:buClr>
                <a:srgbClr val="6FA8DC"/>
              </a:buClr>
              <a:buSzPts val="2400"/>
              <a:buFont typeface="Roboto"/>
              <a:buChar char="■"/>
              <a:defRPr sz="2400" b="0" i="0" u="none" strike="noStrike" cap="none">
                <a:solidFill>
                  <a:schemeClr val="dk1"/>
                </a:solidFill>
                <a:latin typeface="Roboto"/>
                <a:ea typeface="Roboto"/>
                <a:cs typeface="Roboto"/>
                <a:sym typeface="Roboto"/>
              </a:defRPr>
            </a:lvl3pPr>
            <a:lvl4pPr marL="1828800" marR="0" lvl="3" indent="-342900" algn="l" rtl="0">
              <a:lnSpc>
                <a:spcPct val="100000"/>
              </a:lnSpc>
              <a:spcBef>
                <a:spcPts val="0"/>
              </a:spcBef>
              <a:spcAft>
                <a:spcPts val="0"/>
              </a:spcAft>
              <a:buClr>
                <a:srgbClr val="6FA8DC"/>
              </a:buClr>
              <a:buSzPts val="1800"/>
              <a:buFont typeface="Roboto"/>
              <a:buChar char="●"/>
              <a:defRPr sz="1800" b="0" i="0" u="none" strike="noStrike" cap="none">
                <a:solidFill>
                  <a:schemeClr val="dk1"/>
                </a:solidFill>
                <a:latin typeface="Roboto"/>
                <a:ea typeface="Roboto"/>
                <a:cs typeface="Roboto"/>
                <a:sym typeface="Roboto"/>
              </a:defRPr>
            </a:lvl4pPr>
            <a:lvl5pPr marL="2286000" marR="0" lvl="4" indent="-342900" algn="l" rtl="0">
              <a:lnSpc>
                <a:spcPct val="100000"/>
              </a:lnSpc>
              <a:spcBef>
                <a:spcPts val="0"/>
              </a:spcBef>
              <a:spcAft>
                <a:spcPts val="0"/>
              </a:spcAft>
              <a:buClr>
                <a:schemeClr val="dk1"/>
              </a:buClr>
              <a:buSzPts val="1800"/>
              <a:buFont typeface="Roboto"/>
              <a:buChar char="○"/>
              <a:defRPr sz="1800" b="0" i="0" u="none" strike="noStrike" cap="none">
                <a:solidFill>
                  <a:schemeClr val="dk1"/>
                </a:solidFill>
                <a:latin typeface="Roboto"/>
                <a:ea typeface="Roboto"/>
                <a:cs typeface="Roboto"/>
                <a:sym typeface="Roboto"/>
              </a:defRPr>
            </a:lvl5pPr>
            <a:lvl6pPr marL="2743200" marR="0" lvl="5" indent="-342900" algn="l" rtl="0">
              <a:lnSpc>
                <a:spcPct val="100000"/>
              </a:lnSpc>
              <a:spcBef>
                <a:spcPts val="0"/>
              </a:spcBef>
              <a:spcAft>
                <a:spcPts val="0"/>
              </a:spcAft>
              <a:buClr>
                <a:schemeClr val="dk1"/>
              </a:buClr>
              <a:buSzPts val="1800"/>
              <a:buFont typeface="Roboto"/>
              <a:buChar char="■"/>
              <a:defRPr sz="1800" b="0" i="0" u="none" strike="noStrike" cap="none">
                <a:solidFill>
                  <a:schemeClr val="dk1"/>
                </a:solidFill>
                <a:latin typeface="Roboto"/>
                <a:ea typeface="Roboto"/>
                <a:cs typeface="Roboto"/>
                <a:sym typeface="Roboto"/>
              </a:defRPr>
            </a:lvl6pPr>
            <a:lvl7pPr marL="3200400" marR="0" lvl="6" indent="-342900" algn="l" rtl="0">
              <a:lnSpc>
                <a:spcPct val="100000"/>
              </a:lnSpc>
              <a:spcBef>
                <a:spcPts val="0"/>
              </a:spcBef>
              <a:spcAft>
                <a:spcPts val="0"/>
              </a:spcAft>
              <a:buClr>
                <a:schemeClr val="dk1"/>
              </a:buClr>
              <a:buSzPts val="1800"/>
              <a:buFont typeface="Roboto"/>
              <a:buChar char="●"/>
              <a:defRPr sz="1800" b="0" i="0" u="none" strike="noStrike" cap="none">
                <a:solidFill>
                  <a:schemeClr val="dk1"/>
                </a:solidFill>
                <a:latin typeface="Roboto"/>
                <a:ea typeface="Roboto"/>
                <a:cs typeface="Roboto"/>
                <a:sym typeface="Roboto"/>
              </a:defRPr>
            </a:lvl7pPr>
            <a:lvl8pPr marL="3657600" marR="0" lvl="7" indent="-342900" algn="l" rtl="0">
              <a:lnSpc>
                <a:spcPct val="100000"/>
              </a:lnSpc>
              <a:spcBef>
                <a:spcPts val="0"/>
              </a:spcBef>
              <a:spcAft>
                <a:spcPts val="0"/>
              </a:spcAft>
              <a:buClr>
                <a:schemeClr val="dk1"/>
              </a:buClr>
              <a:buSzPts val="1800"/>
              <a:buFont typeface="Roboto"/>
              <a:buChar char="○"/>
              <a:defRPr sz="1800" b="0" i="0" u="none" strike="noStrike" cap="none">
                <a:solidFill>
                  <a:schemeClr val="dk1"/>
                </a:solidFill>
                <a:latin typeface="Roboto"/>
                <a:ea typeface="Roboto"/>
                <a:cs typeface="Roboto"/>
                <a:sym typeface="Roboto"/>
              </a:defRPr>
            </a:lvl8pPr>
            <a:lvl9pPr marL="4114800" marR="0" lvl="8" indent="-342900" algn="l" rtl="0">
              <a:lnSpc>
                <a:spcPct val="100000"/>
              </a:lnSpc>
              <a:spcBef>
                <a:spcPts val="0"/>
              </a:spcBef>
              <a:spcAft>
                <a:spcPts val="0"/>
              </a:spcAft>
              <a:buClr>
                <a:schemeClr val="dk1"/>
              </a:buClr>
              <a:buSzPts val="1800"/>
              <a:buFont typeface="Roboto"/>
              <a:buChar char="■"/>
              <a:defRPr sz="1800" b="0" i="0" u="none" strike="noStrike" cap="none">
                <a:solidFill>
                  <a:schemeClr val="dk1"/>
                </a:solidFill>
                <a:latin typeface="Roboto"/>
                <a:ea typeface="Roboto"/>
                <a:cs typeface="Roboto"/>
                <a:sym typeface="Roboto"/>
              </a:defRPr>
            </a:lvl9pPr>
          </a:lstStyle>
          <a:p>
            <a:pPr marL="457200" lvl="3" indent="-419100">
              <a:spcBef>
                <a:spcPts val="600"/>
              </a:spcBef>
              <a:buClr>
                <a:schemeClr val="accent3"/>
              </a:buClr>
              <a:buSzPts val="3000"/>
              <a:buFont typeface="Roboto"/>
              <a:buChar char="▸"/>
            </a:pPr>
            <a:r>
              <a:rPr lang="en-US"/>
              <a:t>là những người sử dụng công </a:t>
            </a:r>
            <a:r>
              <a:rPr lang="en-US" smtClean="0"/>
              <a:t>nghệ</a:t>
            </a:r>
          </a:p>
          <a:p>
            <a:pPr marL="457200" lvl="3" indent="-419100">
              <a:spcBef>
                <a:spcPts val="600"/>
              </a:spcBef>
              <a:buClr>
                <a:schemeClr val="accent3"/>
              </a:buClr>
              <a:buSzPts val="3000"/>
              <a:buFont typeface="Roboto"/>
              <a:buChar char="▸"/>
            </a:pPr>
            <a:r>
              <a:rPr lang="en-US"/>
              <a:t> sử dụng các hệ điều hành, phần mềm và ứng dụng có cùng nhau để tạo ra một hệ thống lớn hơn giải quyết một vấn đề cụ thể</a:t>
            </a:r>
            <a:endParaRPr lang="en-US" sz="1800" smtClean="0"/>
          </a:p>
          <a:p>
            <a:pPr>
              <a:buClr>
                <a:schemeClr val="accent3"/>
              </a:buClr>
            </a:pPr>
            <a:r>
              <a:rPr lang="en-US" sz="1800"/>
              <a:t>xây dựng một mạng lưới từ các khối đã được thiết lập để thực hiện một nhiệm vụ, như dịch vụ đặt hàng nguồn cung cấp tự động</a:t>
            </a:r>
            <a:endParaRPr lang="en-US" sz="1800" smtClean="0"/>
          </a:p>
          <a:p>
            <a:pPr marL="457200" lvl="3" indent="-419100">
              <a:spcBef>
                <a:spcPts val="600"/>
              </a:spcBef>
              <a:buClr>
                <a:schemeClr val="accent3"/>
              </a:buClr>
              <a:buSzPts val="3000"/>
              <a:buFont typeface="Roboto"/>
              <a:buChar char="▸"/>
            </a:pPr>
            <a:endParaRPr lang="en-US" smtClean="0"/>
          </a:p>
          <a:p>
            <a:pPr>
              <a:buClr>
                <a:schemeClr val="accent3"/>
              </a:buClr>
            </a:pPr>
            <a:endParaRPr lang="en-GB" sz="1800"/>
          </a:p>
        </p:txBody>
      </p:sp>
    </p:spTree>
    <p:extLst>
      <p:ext uri="{BB962C8B-B14F-4D97-AF65-F5344CB8AC3E}">
        <p14:creationId xmlns:p14="http://schemas.microsoft.com/office/powerpoint/2010/main" val="379399530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18"/>
          <p:cNvSpPr txBox="1">
            <a:spLocks noGrp="1"/>
          </p:cNvSpPr>
          <p:nvPr>
            <p:ph type="title"/>
          </p:nvPr>
        </p:nvSpPr>
        <p:spPr>
          <a:xfrm>
            <a:off x="109075" y="1626750"/>
            <a:ext cx="1807200" cy="857400"/>
          </a:xfrm>
          <a:prstGeom prst="rect">
            <a:avLst/>
          </a:prstGeom>
        </p:spPr>
        <p:txBody>
          <a:bodyPr spcFirstLastPara="1" wrap="square" lIns="91425" tIns="91425" rIns="91425" bIns="91425" anchor="t" anchorCtr="0">
            <a:noAutofit/>
          </a:bodyPr>
          <a:lstStyle/>
          <a:p>
            <a:pPr lvl="1"/>
            <a:r>
              <a:rPr lang="en-US" sz="2400"/>
              <a:t>Mạng máy tính và truyền thông dữ liệu</a:t>
            </a:r>
          </a:p>
        </p:txBody>
      </p:sp>
      <p:sp>
        <p:nvSpPr>
          <p:cNvPr id="97" name="Google Shape;97;p18"/>
          <p:cNvSpPr txBox="1">
            <a:spLocks noGrp="1"/>
          </p:cNvSpPr>
          <p:nvPr>
            <p:ph type="body" idx="1"/>
          </p:nvPr>
        </p:nvSpPr>
        <p:spPr>
          <a:xfrm>
            <a:off x="2188028" y="1626750"/>
            <a:ext cx="6955971" cy="2297896"/>
          </a:xfrm>
          <a:prstGeom prst="rect">
            <a:avLst/>
          </a:prstGeom>
        </p:spPr>
        <p:txBody>
          <a:bodyPr spcFirstLastPara="1" wrap="square" lIns="91425" tIns="91425" rIns="91425" bIns="91425" anchor="t" anchorCtr="0">
            <a:noAutofit/>
          </a:bodyPr>
          <a:lstStyle/>
          <a:p>
            <a:pPr marL="457200" lvl="0" indent="-419100" algn="l" rtl="0">
              <a:spcBef>
                <a:spcPts val="600"/>
              </a:spcBef>
              <a:spcAft>
                <a:spcPts val="0"/>
              </a:spcAft>
              <a:buClr>
                <a:schemeClr val="accent3"/>
              </a:buClr>
              <a:buSzPts val="3000"/>
              <a:buChar char="▸"/>
            </a:pPr>
            <a:r>
              <a:rPr lang="en-US" smtClean="0"/>
              <a:t>Công việc</a:t>
            </a:r>
          </a:p>
          <a:p>
            <a:pPr>
              <a:buClr>
                <a:schemeClr val="accent3"/>
              </a:buClr>
            </a:pPr>
            <a:r>
              <a:rPr lang="en-US" sz="1800"/>
              <a:t>Chuyên viên quản trị mạng và hệ thống tại các ngân hàng, các trung tâm dữ liệu, các nhà cung cấp dịch vụ Internet (ISP)</a:t>
            </a:r>
          </a:p>
          <a:p>
            <a:pPr>
              <a:buClr>
                <a:schemeClr val="accent3"/>
              </a:buClr>
            </a:pPr>
            <a:r>
              <a:rPr lang="en-US" sz="1800"/>
              <a:t>Chuyên viên thiết kế mạng chuyên nghiệp: xây dựng các mạng máy tính an toàn, hiệu quả cho các đơn vị có yêu cầu</a:t>
            </a:r>
          </a:p>
          <a:p>
            <a:pPr>
              <a:buClr>
                <a:schemeClr val="accent3"/>
              </a:buClr>
            </a:pPr>
            <a:r>
              <a:rPr lang="en-US" sz="1800"/>
              <a:t>Chuyên viên phát triển phần mềm mạng</a:t>
            </a:r>
          </a:p>
          <a:p>
            <a:pPr>
              <a:buClr>
                <a:schemeClr val="accent3"/>
              </a:buClr>
            </a:pPr>
            <a:r>
              <a:rPr lang="en-US" sz="1800"/>
              <a:t>Chuyên viên phát triển ứng dụng trên di động và mạng không dây</a:t>
            </a:r>
          </a:p>
          <a:p>
            <a:pPr>
              <a:buClr>
                <a:schemeClr val="accent3"/>
              </a:buClr>
            </a:pPr>
            <a:r>
              <a:rPr lang="en-US" sz="1800"/>
              <a:t>Chuyên viên xây dựng và phát triển các ứng dụng truyền thông: VoIP, hội nghị truyền hình</a:t>
            </a:r>
          </a:p>
          <a:p>
            <a:pPr lvl="0">
              <a:buClr>
                <a:schemeClr val="accent3"/>
              </a:buClr>
            </a:pPr>
            <a:endParaRPr lang="en-US" sz="1800" smtClean="0"/>
          </a:p>
          <a:p>
            <a:pPr marL="457200" lvl="0" indent="-419100" algn="l" rtl="0">
              <a:spcBef>
                <a:spcPts val="600"/>
              </a:spcBef>
              <a:spcAft>
                <a:spcPts val="0"/>
              </a:spcAft>
              <a:buClr>
                <a:schemeClr val="accent3"/>
              </a:buClr>
              <a:buSzPts val="3000"/>
              <a:buChar char="▸"/>
            </a:pPr>
            <a:endParaRPr/>
          </a:p>
        </p:txBody>
      </p:sp>
      <p:sp>
        <p:nvSpPr>
          <p:cNvPr id="98" name="Google Shape;98;p18"/>
          <p:cNvSpPr txBox="1">
            <a:spLocks noGrp="1"/>
          </p:cNvSpPr>
          <p:nvPr>
            <p:ph type="sldNum" idx="12"/>
          </p:nvPr>
        </p:nvSpPr>
        <p:spPr>
          <a:xfrm>
            <a:off x="109075" y="146024"/>
            <a:ext cx="1807200" cy="1252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fld id="{00000000-1234-1234-1234-123412341234}" type="slidenum">
              <a:rPr lang="en"/>
              <a:t>9</a:t>
            </a:fld>
            <a:endParaRPr/>
          </a:p>
        </p:txBody>
      </p:sp>
      <p:sp>
        <p:nvSpPr>
          <p:cNvPr id="5" name="Google Shape;97;p18"/>
          <p:cNvSpPr txBox="1">
            <a:spLocks/>
          </p:cNvSpPr>
          <p:nvPr/>
        </p:nvSpPr>
        <p:spPr>
          <a:xfrm>
            <a:off x="2188029" y="186254"/>
            <a:ext cx="6955971" cy="2297896"/>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419100" algn="l" rtl="0">
              <a:lnSpc>
                <a:spcPct val="100000"/>
              </a:lnSpc>
              <a:spcBef>
                <a:spcPts val="600"/>
              </a:spcBef>
              <a:spcAft>
                <a:spcPts val="0"/>
              </a:spcAft>
              <a:buClr>
                <a:srgbClr val="6FA8DC"/>
              </a:buClr>
              <a:buSzPts val="3000"/>
              <a:buFont typeface="Roboto"/>
              <a:buChar char="▸"/>
              <a:defRPr sz="3000" b="0" i="0" u="none" strike="noStrike" cap="none">
                <a:solidFill>
                  <a:schemeClr val="dk1"/>
                </a:solidFill>
                <a:latin typeface="Roboto"/>
                <a:ea typeface="Roboto"/>
                <a:cs typeface="Roboto"/>
                <a:sym typeface="Roboto"/>
              </a:defRPr>
            </a:lvl1pPr>
            <a:lvl2pPr marL="914400" marR="0" lvl="1" indent="-381000" algn="l" rtl="0">
              <a:lnSpc>
                <a:spcPct val="100000"/>
              </a:lnSpc>
              <a:spcBef>
                <a:spcPts val="0"/>
              </a:spcBef>
              <a:spcAft>
                <a:spcPts val="0"/>
              </a:spcAft>
              <a:buClr>
                <a:srgbClr val="6FA8DC"/>
              </a:buClr>
              <a:buSzPts val="2400"/>
              <a:buFont typeface="Roboto"/>
              <a:buChar char="▹"/>
              <a:defRPr sz="2400" b="0" i="0" u="none" strike="noStrike" cap="none">
                <a:solidFill>
                  <a:schemeClr val="dk1"/>
                </a:solidFill>
                <a:latin typeface="Roboto"/>
                <a:ea typeface="Roboto"/>
                <a:cs typeface="Roboto"/>
                <a:sym typeface="Roboto"/>
              </a:defRPr>
            </a:lvl2pPr>
            <a:lvl3pPr marL="1371600" marR="0" lvl="2" indent="-381000" algn="l" rtl="0">
              <a:lnSpc>
                <a:spcPct val="100000"/>
              </a:lnSpc>
              <a:spcBef>
                <a:spcPts val="0"/>
              </a:spcBef>
              <a:spcAft>
                <a:spcPts val="0"/>
              </a:spcAft>
              <a:buClr>
                <a:srgbClr val="6FA8DC"/>
              </a:buClr>
              <a:buSzPts val="2400"/>
              <a:buFont typeface="Roboto"/>
              <a:buChar char="■"/>
              <a:defRPr sz="2400" b="0" i="0" u="none" strike="noStrike" cap="none">
                <a:solidFill>
                  <a:schemeClr val="dk1"/>
                </a:solidFill>
                <a:latin typeface="Roboto"/>
                <a:ea typeface="Roboto"/>
                <a:cs typeface="Roboto"/>
                <a:sym typeface="Roboto"/>
              </a:defRPr>
            </a:lvl3pPr>
            <a:lvl4pPr marL="1828800" marR="0" lvl="3" indent="-342900" algn="l" rtl="0">
              <a:lnSpc>
                <a:spcPct val="100000"/>
              </a:lnSpc>
              <a:spcBef>
                <a:spcPts val="0"/>
              </a:spcBef>
              <a:spcAft>
                <a:spcPts val="0"/>
              </a:spcAft>
              <a:buClr>
                <a:srgbClr val="6FA8DC"/>
              </a:buClr>
              <a:buSzPts val="1800"/>
              <a:buFont typeface="Roboto"/>
              <a:buChar char="●"/>
              <a:defRPr sz="1800" b="0" i="0" u="none" strike="noStrike" cap="none">
                <a:solidFill>
                  <a:schemeClr val="dk1"/>
                </a:solidFill>
                <a:latin typeface="Roboto"/>
                <a:ea typeface="Roboto"/>
                <a:cs typeface="Roboto"/>
                <a:sym typeface="Roboto"/>
              </a:defRPr>
            </a:lvl4pPr>
            <a:lvl5pPr marL="2286000" marR="0" lvl="4" indent="-342900" algn="l" rtl="0">
              <a:lnSpc>
                <a:spcPct val="100000"/>
              </a:lnSpc>
              <a:spcBef>
                <a:spcPts val="0"/>
              </a:spcBef>
              <a:spcAft>
                <a:spcPts val="0"/>
              </a:spcAft>
              <a:buClr>
                <a:schemeClr val="dk1"/>
              </a:buClr>
              <a:buSzPts val="1800"/>
              <a:buFont typeface="Roboto"/>
              <a:buChar char="○"/>
              <a:defRPr sz="1800" b="0" i="0" u="none" strike="noStrike" cap="none">
                <a:solidFill>
                  <a:schemeClr val="dk1"/>
                </a:solidFill>
                <a:latin typeface="Roboto"/>
                <a:ea typeface="Roboto"/>
                <a:cs typeface="Roboto"/>
                <a:sym typeface="Roboto"/>
              </a:defRPr>
            </a:lvl5pPr>
            <a:lvl6pPr marL="2743200" marR="0" lvl="5" indent="-342900" algn="l" rtl="0">
              <a:lnSpc>
                <a:spcPct val="100000"/>
              </a:lnSpc>
              <a:spcBef>
                <a:spcPts val="0"/>
              </a:spcBef>
              <a:spcAft>
                <a:spcPts val="0"/>
              </a:spcAft>
              <a:buClr>
                <a:schemeClr val="dk1"/>
              </a:buClr>
              <a:buSzPts val="1800"/>
              <a:buFont typeface="Roboto"/>
              <a:buChar char="■"/>
              <a:defRPr sz="1800" b="0" i="0" u="none" strike="noStrike" cap="none">
                <a:solidFill>
                  <a:schemeClr val="dk1"/>
                </a:solidFill>
                <a:latin typeface="Roboto"/>
                <a:ea typeface="Roboto"/>
                <a:cs typeface="Roboto"/>
                <a:sym typeface="Roboto"/>
              </a:defRPr>
            </a:lvl6pPr>
            <a:lvl7pPr marL="3200400" marR="0" lvl="6" indent="-342900" algn="l" rtl="0">
              <a:lnSpc>
                <a:spcPct val="100000"/>
              </a:lnSpc>
              <a:spcBef>
                <a:spcPts val="0"/>
              </a:spcBef>
              <a:spcAft>
                <a:spcPts val="0"/>
              </a:spcAft>
              <a:buClr>
                <a:schemeClr val="dk1"/>
              </a:buClr>
              <a:buSzPts val="1800"/>
              <a:buFont typeface="Roboto"/>
              <a:buChar char="●"/>
              <a:defRPr sz="1800" b="0" i="0" u="none" strike="noStrike" cap="none">
                <a:solidFill>
                  <a:schemeClr val="dk1"/>
                </a:solidFill>
                <a:latin typeface="Roboto"/>
                <a:ea typeface="Roboto"/>
                <a:cs typeface="Roboto"/>
                <a:sym typeface="Roboto"/>
              </a:defRPr>
            </a:lvl7pPr>
            <a:lvl8pPr marL="3657600" marR="0" lvl="7" indent="-342900" algn="l" rtl="0">
              <a:lnSpc>
                <a:spcPct val="100000"/>
              </a:lnSpc>
              <a:spcBef>
                <a:spcPts val="0"/>
              </a:spcBef>
              <a:spcAft>
                <a:spcPts val="0"/>
              </a:spcAft>
              <a:buClr>
                <a:schemeClr val="dk1"/>
              </a:buClr>
              <a:buSzPts val="1800"/>
              <a:buFont typeface="Roboto"/>
              <a:buChar char="○"/>
              <a:defRPr sz="1800" b="0" i="0" u="none" strike="noStrike" cap="none">
                <a:solidFill>
                  <a:schemeClr val="dk1"/>
                </a:solidFill>
                <a:latin typeface="Roboto"/>
                <a:ea typeface="Roboto"/>
                <a:cs typeface="Roboto"/>
                <a:sym typeface="Roboto"/>
              </a:defRPr>
            </a:lvl8pPr>
            <a:lvl9pPr marL="4114800" marR="0" lvl="8" indent="-342900" algn="l" rtl="0">
              <a:lnSpc>
                <a:spcPct val="100000"/>
              </a:lnSpc>
              <a:spcBef>
                <a:spcPts val="0"/>
              </a:spcBef>
              <a:spcAft>
                <a:spcPts val="0"/>
              </a:spcAft>
              <a:buClr>
                <a:schemeClr val="dk1"/>
              </a:buClr>
              <a:buSzPts val="1800"/>
              <a:buFont typeface="Roboto"/>
              <a:buChar char="■"/>
              <a:defRPr sz="1800" b="0" i="0" u="none" strike="noStrike" cap="none">
                <a:solidFill>
                  <a:schemeClr val="dk1"/>
                </a:solidFill>
                <a:latin typeface="Roboto"/>
                <a:ea typeface="Roboto"/>
                <a:cs typeface="Roboto"/>
                <a:sym typeface="Roboto"/>
              </a:defRPr>
            </a:lvl9pPr>
          </a:lstStyle>
          <a:p>
            <a:pPr marL="457200" lvl="3" indent="-419100">
              <a:spcBef>
                <a:spcPts val="600"/>
              </a:spcBef>
              <a:buClr>
                <a:schemeClr val="accent3"/>
              </a:buClr>
              <a:buSzPts val="3000"/>
              <a:buFont typeface="Roboto"/>
              <a:buChar char="▸"/>
            </a:pPr>
            <a:r>
              <a:rPr lang="en-US"/>
              <a:t>H</a:t>
            </a:r>
            <a:r>
              <a:rPr lang="en-US" smtClean="0"/>
              <a:t>iểu </a:t>
            </a:r>
            <a:r>
              <a:rPr lang="en-US"/>
              <a:t>và làm chủ được những công nghệ </a:t>
            </a:r>
            <a:r>
              <a:rPr lang="en-US" smtClean="0"/>
              <a:t>mạng</a:t>
            </a:r>
          </a:p>
          <a:p>
            <a:pPr marL="457200" lvl="3" indent="-419100">
              <a:spcBef>
                <a:spcPts val="600"/>
              </a:spcBef>
              <a:buClr>
                <a:schemeClr val="accent3"/>
              </a:buClr>
              <a:buSzPts val="3000"/>
              <a:buFont typeface="Roboto"/>
              <a:buChar char="▸"/>
            </a:pPr>
            <a:r>
              <a:rPr lang="en-US"/>
              <a:t>X</a:t>
            </a:r>
            <a:r>
              <a:rPr lang="en-US" smtClean="0"/>
              <a:t>ây </a:t>
            </a:r>
            <a:r>
              <a:rPr lang="en-US"/>
              <a:t>dựng và vận hành data center, an toàn và bảo mật thông </a:t>
            </a:r>
            <a:r>
              <a:rPr lang="en-US" smtClean="0"/>
              <a:t>tin</a:t>
            </a:r>
          </a:p>
          <a:p>
            <a:pPr>
              <a:buClr>
                <a:schemeClr val="accent3"/>
              </a:buClr>
            </a:pPr>
            <a:endParaRPr lang="en-GB" sz="1800"/>
          </a:p>
        </p:txBody>
      </p:sp>
    </p:spTree>
    <p:extLst>
      <p:ext uri="{BB962C8B-B14F-4D97-AF65-F5344CB8AC3E}">
        <p14:creationId xmlns:p14="http://schemas.microsoft.com/office/powerpoint/2010/main" val="227200472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18"/>
          <p:cNvSpPr txBox="1">
            <a:spLocks noGrp="1"/>
          </p:cNvSpPr>
          <p:nvPr>
            <p:ph type="title"/>
          </p:nvPr>
        </p:nvSpPr>
        <p:spPr>
          <a:xfrm>
            <a:off x="109075" y="1626750"/>
            <a:ext cx="1807200" cy="857400"/>
          </a:xfrm>
          <a:prstGeom prst="rect">
            <a:avLst/>
          </a:prstGeom>
        </p:spPr>
        <p:txBody>
          <a:bodyPr spcFirstLastPara="1" wrap="square" lIns="91425" tIns="91425" rIns="91425" bIns="91425" anchor="t" anchorCtr="0">
            <a:noAutofit/>
          </a:bodyPr>
          <a:lstStyle/>
          <a:p>
            <a:pPr lvl="1"/>
            <a:r>
              <a:rPr lang="en-US" sz="2400"/>
              <a:t>Kĩ thuật máy tính (</a:t>
            </a:r>
            <a:r>
              <a:rPr lang="en-US"/>
              <a:t>Computer Engineering</a:t>
            </a:r>
            <a:r>
              <a:rPr lang="en-US" sz="2400"/>
              <a:t>)</a:t>
            </a:r>
          </a:p>
        </p:txBody>
      </p:sp>
      <p:sp>
        <p:nvSpPr>
          <p:cNvPr id="97" name="Google Shape;97;p18"/>
          <p:cNvSpPr txBox="1">
            <a:spLocks noGrp="1"/>
          </p:cNvSpPr>
          <p:nvPr>
            <p:ph type="body" idx="1"/>
          </p:nvPr>
        </p:nvSpPr>
        <p:spPr>
          <a:xfrm>
            <a:off x="2188028" y="1626750"/>
            <a:ext cx="6955971" cy="2297896"/>
          </a:xfrm>
          <a:prstGeom prst="rect">
            <a:avLst/>
          </a:prstGeom>
        </p:spPr>
        <p:txBody>
          <a:bodyPr spcFirstLastPara="1" wrap="square" lIns="91425" tIns="91425" rIns="91425" bIns="91425" anchor="t" anchorCtr="0">
            <a:noAutofit/>
          </a:bodyPr>
          <a:lstStyle/>
          <a:p>
            <a:pPr marL="457200" lvl="0" indent="-419100" algn="l" rtl="0">
              <a:spcBef>
                <a:spcPts val="600"/>
              </a:spcBef>
              <a:spcAft>
                <a:spcPts val="0"/>
              </a:spcAft>
              <a:buClr>
                <a:schemeClr val="accent3"/>
              </a:buClr>
              <a:buSzPts val="3000"/>
              <a:buChar char="▸"/>
            </a:pPr>
            <a:r>
              <a:rPr lang="en-US" smtClean="0"/>
              <a:t>Công việc</a:t>
            </a:r>
          </a:p>
          <a:p>
            <a:pPr marL="457200" lvl="3" indent="-419100">
              <a:spcBef>
                <a:spcPts val="600"/>
              </a:spcBef>
              <a:buClr>
                <a:schemeClr val="accent3"/>
              </a:buClr>
              <a:buSzPts val="3000"/>
              <a:buFont typeface="Roboto"/>
              <a:buChar char="▸"/>
            </a:pPr>
            <a:r>
              <a:rPr lang="en-US"/>
              <a:t>Lập trình </a:t>
            </a:r>
            <a:r>
              <a:rPr lang="en-US" smtClean="0"/>
              <a:t>viên</a:t>
            </a:r>
            <a:endParaRPr lang="en-US" sz="1800"/>
          </a:p>
          <a:p>
            <a:pPr>
              <a:buClr>
                <a:schemeClr val="accent3"/>
              </a:buClr>
            </a:pPr>
            <a:r>
              <a:rPr lang="en-US" sz="1800"/>
              <a:t>Kỹ sư thiết kế mạch điện – điện tử, mạch điều khiển trong công nghiệp, vi mạch, chip,…</a:t>
            </a:r>
          </a:p>
          <a:p>
            <a:pPr>
              <a:buClr>
                <a:schemeClr val="accent3"/>
              </a:buClr>
            </a:pPr>
            <a:r>
              <a:rPr lang="en-US" sz="1800"/>
              <a:t>Kỹ sư đảm nhiệm các công việc về công nghệ thông tin</a:t>
            </a:r>
          </a:p>
          <a:p>
            <a:pPr marL="457200" lvl="3" indent="-419100">
              <a:spcBef>
                <a:spcPts val="600"/>
              </a:spcBef>
              <a:buClr>
                <a:schemeClr val="accent3"/>
              </a:buClr>
              <a:buSzPts val="3000"/>
              <a:buFont typeface="Roboto"/>
              <a:buChar char="▸"/>
            </a:pPr>
            <a:r>
              <a:rPr lang="en-US"/>
              <a:t>Làm việc trong các trường đại học, viện nghiên cứu</a:t>
            </a:r>
          </a:p>
          <a:p>
            <a:pPr>
              <a:buClr>
                <a:schemeClr val="accent3"/>
              </a:buClr>
            </a:pPr>
            <a:endParaRPr lang="en-US" sz="1800"/>
          </a:p>
          <a:p>
            <a:pPr>
              <a:buClr>
                <a:schemeClr val="accent3"/>
              </a:buClr>
            </a:pPr>
            <a:endParaRPr lang="en-US" sz="1800"/>
          </a:p>
          <a:p>
            <a:pPr lvl="0">
              <a:buClr>
                <a:schemeClr val="accent3"/>
              </a:buClr>
            </a:pPr>
            <a:endParaRPr lang="en-US" sz="1800" smtClean="0"/>
          </a:p>
          <a:p>
            <a:pPr marL="457200" lvl="0" indent="-419100" algn="l" rtl="0">
              <a:spcBef>
                <a:spcPts val="600"/>
              </a:spcBef>
              <a:spcAft>
                <a:spcPts val="0"/>
              </a:spcAft>
              <a:buClr>
                <a:schemeClr val="accent3"/>
              </a:buClr>
              <a:buSzPts val="3000"/>
              <a:buChar char="▸"/>
            </a:pPr>
            <a:endParaRPr/>
          </a:p>
        </p:txBody>
      </p:sp>
      <p:sp>
        <p:nvSpPr>
          <p:cNvPr id="98" name="Google Shape;98;p18"/>
          <p:cNvSpPr txBox="1">
            <a:spLocks noGrp="1"/>
          </p:cNvSpPr>
          <p:nvPr>
            <p:ph type="sldNum" idx="12"/>
          </p:nvPr>
        </p:nvSpPr>
        <p:spPr>
          <a:xfrm>
            <a:off x="109075" y="146024"/>
            <a:ext cx="1807200" cy="1252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fld id="{00000000-1234-1234-1234-123412341234}" type="slidenum">
              <a:rPr lang="en"/>
              <a:t>10</a:t>
            </a:fld>
            <a:endParaRPr/>
          </a:p>
        </p:txBody>
      </p:sp>
      <p:sp>
        <p:nvSpPr>
          <p:cNvPr id="5" name="Google Shape;97;p18"/>
          <p:cNvSpPr txBox="1">
            <a:spLocks/>
          </p:cNvSpPr>
          <p:nvPr/>
        </p:nvSpPr>
        <p:spPr>
          <a:xfrm>
            <a:off x="2188029" y="186254"/>
            <a:ext cx="6955971" cy="2297896"/>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419100" algn="l" rtl="0">
              <a:lnSpc>
                <a:spcPct val="100000"/>
              </a:lnSpc>
              <a:spcBef>
                <a:spcPts val="600"/>
              </a:spcBef>
              <a:spcAft>
                <a:spcPts val="0"/>
              </a:spcAft>
              <a:buClr>
                <a:srgbClr val="6FA8DC"/>
              </a:buClr>
              <a:buSzPts val="3000"/>
              <a:buFont typeface="Roboto"/>
              <a:buChar char="▸"/>
              <a:defRPr sz="3000" b="0" i="0" u="none" strike="noStrike" cap="none">
                <a:solidFill>
                  <a:schemeClr val="dk1"/>
                </a:solidFill>
                <a:latin typeface="Roboto"/>
                <a:ea typeface="Roboto"/>
                <a:cs typeface="Roboto"/>
                <a:sym typeface="Roboto"/>
              </a:defRPr>
            </a:lvl1pPr>
            <a:lvl2pPr marL="914400" marR="0" lvl="1" indent="-381000" algn="l" rtl="0">
              <a:lnSpc>
                <a:spcPct val="100000"/>
              </a:lnSpc>
              <a:spcBef>
                <a:spcPts val="0"/>
              </a:spcBef>
              <a:spcAft>
                <a:spcPts val="0"/>
              </a:spcAft>
              <a:buClr>
                <a:srgbClr val="6FA8DC"/>
              </a:buClr>
              <a:buSzPts val="2400"/>
              <a:buFont typeface="Roboto"/>
              <a:buChar char="▹"/>
              <a:defRPr sz="2400" b="0" i="0" u="none" strike="noStrike" cap="none">
                <a:solidFill>
                  <a:schemeClr val="dk1"/>
                </a:solidFill>
                <a:latin typeface="Roboto"/>
                <a:ea typeface="Roboto"/>
                <a:cs typeface="Roboto"/>
                <a:sym typeface="Roboto"/>
              </a:defRPr>
            </a:lvl2pPr>
            <a:lvl3pPr marL="1371600" marR="0" lvl="2" indent="-381000" algn="l" rtl="0">
              <a:lnSpc>
                <a:spcPct val="100000"/>
              </a:lnSpc>
              <a:spcBef>
                <a:spcPts val="0"/>
              </a:spcBef>
              <a:spcAft>
                <a:spcPts val="0"/>
              </a:spcAft>
              <a:buClr>
                <a:srgbClr val="6FA8DC"/>
              </a:buClr>
              <a:buSzPts val="2400"/>
              <a:buFont typeface="Roboto"/>
              <a:buChar char="■"/>
              <a:defRPr sz="2400" b="0" i="0" u="none" strike="noStrike" cap="none">
                <a:solidFill>
                  <a:schemeClr val="dk1"/>
                </a:solidFill>
                <a:latin typeface="Roboto"/>
                <a:ea typeface="Roboto"/>
                <a:cs typeface="Roboto"/>
                <a:sym typeface="Roboto"/>
              </a:defRPr>
            </a:lvl3pPr>
            <a:lvl4pPr marL="1828800" marR="0" lvl="3" indent="-342900" algn="l" rtl="0">
              <a:lnSpc>
                <a:spcPct val="100000"/>
              </a:lnSpc>
              <a:spcBef>
                <a:spcPts val="0"/>
              </a:spcBef>
              <a:spcAft>
                <a:spcPts val="0"/>
              </a:spcAft>
              <a:buClr>
                <a:srgbClr val="6FA8DC"/>
              </a:buClr>
              <a:buSzPts val="1800"/>
              <a:buFont typeface="Roboto"/>
              <a:buChar char="●"/>
              <a:defRPr sz="1800" b="0" i="0" u="none" strike="noStrike" cap="none">
                <a:solidFill>
                  <a:schemeClr val="dk1"/>
                </a:solidFill>
                <a:latin typeface="Roboto"/>
                <a:ea typeface="Roboto"/>
                <a:cs typeface="Roboto"/>
                <a:sym typeface="Roboto"/>
              </a:defRPr>
            </a:lvl4pPr>
            <a:lvl5pPr marL="2286000" marR="0" lvl="4" indent="-342900" algn="l" rtl="0">
              <a:lnSpc>
                <a:spcPct val="100000"/>
              </a:lnSpc>
              <a:spcBef>
                <a:spcPts val="0"/>
              </a:spcBef>
              <a:spcAft>
                <a:spcPts val="0"/>
              </a:spcAft>
              <a:buClr>
                <a:schemeClr val="dk1"/>
              </a:buClr>
              <a:buSzPts val="1800"/>
              <a:buFont typeface="Roboto"/>
              <a:buChar char="○"/>
              <a:defRPr sz="1800" b="0" i="0" u="none" strike="noStrike" cap="none">
                <a:solidFill>
                  <a:schemeClr val="dk1"/>
                </a:solidFill>
                <a:latin typeface="Roboto"/>
                <a:ea typeface="Roboto"/>
                <a:cs typeface="Roboto"/>
                <a:sym typeface="Roboto"/>
              </a:defRPr>
            </a:lvl5pPr>
            <a:lvl6pPr marL="2743200" marR="0" lvl="5" indent="-342900" algn="l" rtl="0">
              <a:lnSpc>
                <a:spcPct val="100000"/>
              </a:lnSpc>
              <a:spcBef>
                <a:spcPts val="0"/>
              </a:spcBef>
              <a:spcAft>
                <a:spcPts val="0"/>
              </a:spcAft>
              <a:buClr>
                <a:schemeClr val="dk1"/>
              </a:buClr>
              <a:buSzPts val="1800"/>
              <a:buFont typeface="Roboto"/>
              <a:buChar char="■"/>
              <a:defRPr sz="1800" b="0" i="0" u="none" strike="noStrike" cap="none">
                <a:solidFill>
                  <a:schemeClr val="dk1"/>
                </a:solidFill>
                <a:latin typeface="Roboto"/>
                <a:ea typeface="Roboto"/>
                <a:cs typeface="Roboto"/>
                <a:sym typeface="Roboto"/>
              </a:defRPr>
            </a:lvl6pPr>
            <a:lvl7pPr marL="3200400" marR="0" lvl="6" indent="-342900" algn="l" rtl="0">
              <a:lnSpc>
                <a:spcPct val="100000"/>
              </a:lnSpc>
              <a:spcBef>
                <a:spcPts val="0"/>
              </a:spcBef>
              <a:spcAft>
                <a:spcPts val="0"/>
              </a:spcAft>
              <a:buClr>
                <a:schemeClr val="dk1"/>
              </a:buClr>
              <a:buSzPts val="1800"/>
              <a:buFont typeface="Roboto"/>
              <a:buChar char="●"/>
              <a:defRPr sz="1800" b="0" i="0" u="none" strike="noStrike" cap="none">
                <a:solidFill>
                  <a:schemeClr val="dk1"/>
                </a:solidFill>
                <a:latin typeface="Roboto"/>
                <a:ea typeface="Roboto"/>
                <a:cs typeface="Roboto"/>
                <a:sym typeface="Roboto"/>
              </a:defRPr>
            </a:lvl7pPr>
            <a:lvl8pPr marL="3657600" marR="0" lvl="7" indent="-342900" algn="l" rtl="0">
              <a:lnSpc>
                <a:spcPct val="100000"/>
              </a:lnSpc>
              <a:spcBef>
                <a:spcPts val="0"/>
              </a:spcBef>
              <a:spcAft>
                <a:spcPts val="0"/>
              </a:spcAft>
              <a:buClr>
                <a:schemeClr val="dk1"/>
              </a:buClr>
              <a:buSzPts val="1800"/>
              <a:buFont typeface="Roboto"/>
              <a:buChar char="○"/>
              <a:defRPr sz="1800" b="0" i="0" u="none" strike="noStrike" cap="none">
                <a:solidFill>
                  <a:schemeClr val="dk1"/>
                </a:solidFill>
                <a:latin typeface="Roboto"/>
                <a:ea typeface="Roboto"/>
                <a:cs typeface="Roboto"/>
                <a:sym typeface="Roboto"/>
              </a:defRPr>
            </a:lvl8pPr>
            <a:lvl9pPr marL="4114800" marR="0" lvl="8" indent="-342900" algn="l" rtl="0">
              <a:lnSpc>
                <a:spcPct val="100000"/>
              </a:lnSpc>
              <a:spcBef>
                <a:spcPts val="0"/>
              </a:spcBef>
              <a:spcAft>
                <a:spcPts val="0"/>
              </a:spcAft>
              <a:buClr>
                <a:schemeClr val="dk1"/>
              </a:buClr>
              <a:buSzPts val="1800"/>
              <a:buFont typeface="Roboto"/>
              <a:buChar char="■"/>
              <a:defRPr sz="1800" b="0" i="0" u="none" strike="noStrike" cap="none">
                <a:solidFill>
                  <a:schemeClr val="dk1"/>
                </a:solidFill>
                <a:latin typeface="Roboto"/>
                <a:ea typeface="Roboto"/>
                <a:cs typeface="Roboto"/>
                <a:sym typeface="Roboto"/>
              </a:defRPr>
            </a:lvl9pPr>
          </a:lstStyle>
          <a:p>
            <a:pPr marL="457200" lvl="3" indent="-419100">
              <a:spcBef>
                <a:spcPts val="600"/>
              </a:spcBef>
              <a:buClr>
                <a:schemeClr val="accent3"/>
              </a:buClr>
              <a:buSzPts val="3000"/>
              <a:buFont typeface="Roboto"/>
              <a:buChar char="▸"/>
            </a:pPr>
            <a:r>
              <a:rPr lang="en-US"/>
              <a:t>Kỹ sư máy tính chịu trách nhiệm nghiên cứu, thiết kế và phát triển các linh kiện của máy tính</a:t>
            </a:r>
            <a:endParaRPr lang="en-US" smtClean="0"/>
          </a:p>
          <a:p>
            <a:pPr marL="457200" lvl="3" indent="-419100">
              <a:spcBef>
                <a:spcPts val="600"/>
              </a:spcBef>
              <a:buClr>
                <a:schemeClr val="accent3"/>
              </a:buClr>
              <a:buSzPts val="3000"/>
              <a:buFont typeface="Roboto"/>
              <a:buChar char="▸"/>
            </a:pPr>
            <a:r>
              <a:rPr lang="en-US"/>
              <a:t>Kỹ sư máy tính phải giải quyết các vấn đề liên hợp giữa phần cứng và phần mềm máy tính</a:t>
            </a:r>
            <a:endParaRPr lang="en-US" smtClean="0"/>
          </a:p>
          <a:p>
            <a:pPr>
              <a:buClr>
                <a:schemeClr val="accent3"/>
              </a:buClr>
            </a:pPr>
            <a:endParaRPr lang="en-GB" sz="1800"/>
          </a:p>
        </p:txBody>
      </p:sp>
    </p:spTree>
    <p:extLst>
      <p:ext uri="{BB962C8B-B14F-4D97-AF65-F5344CB8AC3E}">
        <p14:creationId xmlns:p14="http://schemas.microsoft.com/office/powerpoint/2010/main" val="296565465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18"/>
          <p:cNvSpPr txBox="1">
            <a:spLocks noGrp="1"/>
          </p:cNvSpPr>
          <p:nvPr>
            <p:ph type="title"/>
          </p:nvPr>
        </p:nvSpPr>
        <p:spPr>
          <a:xfrm>
            <a:off x="109075" y="1626750"/>
            <a:ext cx="1807200" cy="857400"/>
          </a:xfrm>
          <a:prstGeom prst="rect">
            <a:avLst/>
          </a:prstGeom>
        </p:spPr>
        <p:txBody>
          <a:bodyPr spcFirstLastPara="1" wrap="square" lIns="91425" tIns="91425" rIns="91425" bIns="91425" anchor="t" anchorCtr="0">
            <a:noAutofit/>
          </a:bodyPr>
          <a:lstStyle/>
          <a:p>
            <a:pPr lvl="1"/>
            <a:r>
              <a:rPr lang="en-US" sz="2400"/>
              <a:t>Ngành kĩ thuật mạng</a:t>
            </a:r>
          </a:p>
        </p:txBody>
      </p:sp>
      <p:sp>
        <p:nvSpPr>
          <p:cNvPr id="97" name="Google Shape;97;p18"/>
          <p:cNvSpPr txBox="1">
            <a:spLocks noGrp="1"/>
          </p:cNvSpPr>
          <p:nvPr>
            <p:ph type="body" idx="1"/>
          </p:nvPr>
        </p:nvSpPr>
        <p:spPr>
          <a:xfrm>
            <a:off x="2188028" y="1626750"/>
            <a:ext cx="6955971" cy="2297896"/>
          </a:xfrm>
          <a:prstGeom prst="rect">
            <a:avLst/>
          </a:prstGeom>
        </p:spPr>
        <p:txBody>
          <a:bodyPr spcFirstLastPara="1" wrap="square" lIns="91425" tIns="91425" rIns="91425" bIns="91425" anchor="t" anchorCtr="0">
            <a:noAutofit/>
          </a:bodyPr>
          <a:lstStyle/>
          <a:p>
            <a:pPr marL="457200" lvl="0" indent="-419100" algn="l" rtl="0">
              <a:spcBef>
                <a:spcPts val="600"/>
              </a:spcBef>
              <a:spcAft>
                <a:spcPts val="0"/>
              </a:spcAft>
              <a:buClr>
                <a:schemeClr val="accent3"/>
              </a:buClr>
              <a:buSzPts val="3000"/>
              <a:buChar char="▸"/>
            </a:pPr>
            <a:r>
              <a:rPr lang="en-US" smtClean="0"/>
              <a:t>Công việc</a:t>
            </a:r>
          </a:p>
          <a:p>
            <a:pPr marL="457200" lvl="3" indent="-419100">
              <a:spcBef>
                <a:spcPts val="600"/>
              </a:spcBef>
              <a:buClr>
                <a:schemeClr val="accent3"/>
              </a:buClr>
              <a:buSzPts val="3000"/>
              <a:buFont typeface="Roboto"/>
              <a:buChar char="▸"/>
            </a:pPr>
            <a:r>
              <a:rPr lang="en-US"/>
              <a:t>Chuyên viên Quản trị </a:t>
            </a:r>
            <a:r>
              <a:rPr lang="en-US" smtClean="0"/>
              <a:t>mạng</a:t>
            </a:r>
          </a:p>
          <a:p>
            <a:pPr marL="457200" lvl="3" indent="-419100">
              <a:spcBef>
                <a:spcPts val="600"/>
              </a:spcBef>
              <a:buClr>
                <a:schemeClr val="accent3"/>
              </a:buClr>
              <a:buSzPts val="3000"/>
              <a:buFont typeface="Roboto"/>
              <a:buChar char="▸"/>
            </a:pPr>
            <a:r>
              <a:rPr lang="en-US"/>
              <a:t>Chuyên viên An ninh mạng</a:t>
            </a:r>
          </a:p>
          <a:p>
            <a:pPr marL="457200" lvl="3" indent="-419100">
              <a:spcBef>
                <a:spcPts val="600"/>
              </a:spcBef>
              <a:buClr>
                <a:schemeClr val="accent3"/>
              </a:buClr>
              <a:buSzPts val="3000"/>
              <a:buFont typeface="Roboto"/>
              <a:buChar char="▸"/>
            </a:pPr>
            <a:r>
              <a:rPr lang="en-US"/>
              <a:t>Chuyên viên pentest hệ thống Công nghệ Thông tin.</a:t>
            </a:r>
          </a:p>
          <a:p>
            <a:pPr marL="457200" lvl="3" indent="-419100">
              <a:spcBef>
                <a:spcPts val="600"/>
              </a:spcBef>
              <a:buClr>
                <a:schemeClr val="accent3"/>
              </a:buClr>
              <a:buSzPts val="3000"/>
              <a:buFont typeface="Roboto"/>
              <a:buChar char="▸"/>
            </a:pPr>
            <a:r>
              <a:rPr lang="en-US"/>
              <a:t>Chuyên viên Tư vấn &amp; Thiết kế các hệ thống mạng và hệ thống An toàn Thông tin</a:t>
            </a:r>
          </a:p>
          <a:p>
            <a:pPr marL="457200" lvl="3" indent="-419100">
              <a:spcBef>
                <a:spcPts val="600"/>
              </a:spcBef>
              <a:buClr>
                <a:schemeClr val="accent3"/>
              </a:buClr>
              <a:buSzPts val="3000"/>
              <a:buFont typeface="Roboto"/>
              <a:buChar char="▸"/>
            </a:pPr>
            <a:r>
              <a:rPr lang="en-US"/>
              <a:t>Giảng viên, nghiên cứu viên</a:t>
            </a:r>
          </a:p>
          <a:p>
            <a:pPr marL="457200" lvl="3" indent="-419100">
              <a:spcBef>
                <a:spcPts val="600"/>
              </a:spcBef>
              <a:buClr>
                <a:schemeClr val="accent3"/>
              </a:buClr>
              <a:buSzPts val="3000"/>
              <a:buFont typeface="Roboto"/>
              <a:buChar char="▸"/>
            </a:pPr>
            <a:endParaRPr lang="en-US" sz="1800"/>
          </a:p>
          <a:p>
            <a:pPr>
              <a:buClr>
                <a:schemeClr val="accent3"/>
              </a:buClr>
            </a:pPr>
            <a:endParaRPr lang="en-US"/>
          </a:p>
          <a:p>
            <a:pPr>
              <a:buClr>
                <a:schemeClr val="accent3"/>
              </a:buClr>
            </a:pPr>
            <a:endParaRPr lang="en-US" sz="1800"/>
          </a:p>
          <a:p>
            <a:pPr>
              <a:buClr>
                <a:schemeClr val="accent3"/>
              </a:buClr>
            </a:pPr>
            <a:endParaRPr lang="en-US" sz="1800"/>
          </a:p>
          <a:p>
            <a:pPr lvl="0">
              <a:buClr>
                <a:schemeClr val="accent3"/>
              </a:buClr>
            </a:pPr>
            <a:endParaRPr lang="en-US" sz="1800" smtClean="0"/>
          </a:p>
          <a:p>
            <a:pPr marL="457200" lvl="0" indent="-419100" algn="l" rtl="0">
              <a:spcBef>
                <a:spcPts val="600"/>
              </a:spcBef>
              <a:spcAft>
                <a:spcPts val="0"/>
              </a:spcAft>
              <a:buClr>
                <a:schemeClr val="accent3"/>
              </a:buClr>
              <a:buSzPts val="3000"/>
              <a:buChar char="▸"/>
            </a:pPr>
            <a:endParaRPr/>
          </a:p>
        </p:txBody>
      </p:sp>
      <p:sp>
        <p:nvSpPr>
          <p:cNvPr id="98" name="Google Shape;98;p18"/>
          <p:cNvSpPr txBox="1">
            <a:spLocks noGrp="1"/>
          </p:cNvSpPr>
          <p:nvPr>
            <p:ph type="sldNum" idx="12"/>
          </p:nvPr>
        </p:nvSpPr>
        <p:spPr>
          <a:xfrm>
            <a:off x="109075" y="146024"/>
            <a:ext cx="1807200" cy="1252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fld id="{00000000-1234-1234-1234-123412341234}" type="slidenum">
              <a:rPr lang="en"/>
              <a:t>11</a:t>
            </a:fld>
            <a:endParaRPr/>
          </a:p>
        </p:txBody>
      </p:sp>
      <p:sp>
        <p:nvSpPr>
          <p:cNvPr id="5" name="Google Shape;97;p18"/>
          <p:cNvSpPr txBox="1">
            <a:spLocks/>
          </p:cNvSpPr>
          <p:nvPr/>
        </p:nvSpPr>
        <p:spPr>
          <a:xfrm>
            <a:off x="2188029" y="186254"/>
            <a:ext cx="6955971" cy="2297896"/>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419100" algn="l" rtl="0">
              <a:lnSpc>
                <a:spcPct val="100000"/>
              </a:lnSpc>
              <a:spcBef>
                <a:spcPts val="600"/>
              </a:spcBef>
              <a:spcAft>
                <a:spcPts val="0"/>
              </a:spcAft>
              <a:buClr>
                <a:srgbClr val="6FA8DC"/>
              </a:buClr>
              <a:buSzPts val="3000"/>
              <a:buFont typeface="Roboto"/>
              <a:buChar char="▸"/>
              <a:defRPr sz="3000" b="0" i="0" u="none" strike="noStrike" cap="none">
                <a:solidFill>
                  <a:schemeClr val="dk1"/>
                </a:solidFill>
                <a:latin typeface="Roboto"/>
                <a:ea typeface="Roboto"/>
                <a:cs typeface="Roboto"/>
                <a:sym typeface="Roboto"/>
              </a:defRPr>
            </a:lvl1pPr>
            <a:lvl2pPr marL="914400" marR="0" lvl="1" indent="-381000" algn="l" rtl="0">
              <a:lnSpc>
                <a:spcPct val="100000"/>
              </a:lnSpc>
              <a:spcBef>
                <a:spcPts val="0"/>
              </a:spcBef>
              <a:spcAft>
                <a:spcPts val="0"/>
              </a:spcAft>
              <a:buClr>
                <a:srgbClr val="6FA8DC"/>
              </a:buClr>
              <a:buSzPts val="2400"/>
              <a:buFont typeface="Roboto"/>
              <a:buChar char="▹"/>
              <a:defRPr sz="2400" b="0" i="0" u="none" strike="noStrike" cap="none">
                <a:solidFill>
                  <a:schemeClr val="dk1"/>
                </a:solidFill>
                <a:latin typeface="Roboto"/>
                <a:ea typeface="Roboto"/>
                <a:cs typeface="Roboto"/>
                <a:sym typeface="Roboto"/>
              </a:defRPr>
            </a:lvl2pPr>
            <a:lvl3pPr marL="1371600" marR="0" lvl="2" indent="-381000" algn="l" rtl="0">
              <a:lnSpc>
                <a:spcPct val="100000"/>
              </a:lnSpc>
              <a:spcBef>
                <a:spcPts val="0"/>
              </a:spcBef>
              <a:spcAft>
                <a:spcPts val="0"/>
              </a:spcAft>
              <a:buClr>
                <a:srgbClr val="6FA8DC"/>
              </a:buClr>
              <a:buSzPts val="2400"/>
              <a:buFont typeface="Roboto"/>
              <a:buChar char="■"/>
              <a:defRPr sz="2400" b="0" i="0" u="none" strike="noStrike" cap="none">
                <a:solidFill>
                  <a:schemeClr val="dk1"/>
                </a:solidFill>
                <a:latin typeface="Roboto"/>
                <a:ea typeface="Roboto"/>
                <a:cs typeface="Roboto"/>
                <a:sym typeface="Roboto"/>
              </a:defRPr>
            </a:lvl3pPr>
            <a:lvl4pPr marL="1828800" marR="0" lvl="3" indent="-342900" algn="l" rtl="0">
              <a:lnSpc>
                <a:spcPct val="100000"/>
              </a:lnSpc>
              <a:spcBef>
                <a:spcPts val="0"/>
              </a:spcBef>
              <a:spcAft>
                <a:spcPts val="0"/>
              </a:spcAft>
              <a:buClr>
                <a:srgbClr val="6FA8DC"/>
              </a:buClr>
              <a:buSzPts val="1800"/>
              <a:buFont typeface="Roboto"/>
              <a:buChar char="●"/>
              <a:defRPr sz="1800" b="0" i="0" u="none" strike="noStrike" cap="none">
                <a:solidFill>
                  <a:schemeClr val="dk1"/>
                </a:solidFill>
                <a:latin typeface="Roboto"/>
                <a:ea typeface="Roboto"/>
                <a:cs typeface="Roboto"/>
                <a:sym typeface="Roboto"/>
              </a:defRPr>
            </a:lvl4pPr>
            <a:lvl5pPr marL="2286000" marR="0" lvl="4" indent="-342900" algn="l" rtl="0">
              <a:lnSpc>
                <a:spcPct val="100000"/>
              </a:lnSpc>
              <a:spcBef>
                <a:spcPts val="0"/>
              </a:spcBef>
              <a:spcAft>
                <a:spcPts val="0"/>
              </a:spcAft>
              <a:buClr>
                <a:schemeClr val="dk1"/>
              </a:buClr>
              <a:buSzPts val="1800"/>
              <a:buFont typeface="Roboto"/>
              <a:buChar char="○"/>
              <a:defRPr sz="1800" b="0" i="0" u="none" strike="noStrike" cap="none">
                <a:solidFill>
                  <a:schemeClr val="dk1"/>
                </a:solidFill>
                <a:latin typeface="Roboto"/>
                <a:ea typeface="Roboto"/>
                <a:cs typeface="Roboto"/>
                <a:sym typeface="Roboto"/>
              </a:defRPr>
            </a:lvl5pPr>
            <a:lvl6pPr marL="2743200" marR="0" lvl="5" indent="-342900" algn="l" rtl="0">
              <a:lnSpc>
                <a:spcPct val="100000"/>
              </a:lnSpc>
              <a:spcBef>
                <a:spcPts val="0"/>
              </a:spcBef>
              <a:spcAft>
                <a:spcPts val="0"/>
              </a:spcAft>
              <a:buClr>
                <a:schemeClr val="dk1"/>
              </a:buClr>
              <a:buSzPts val="1800"/>
              <a:buFont typeface="Roboto"/>
              <a:buChar char="■"/>
              <a:defRPr sz="1800" b="0" i="0" u="none" strike="noStrike" cap="none">
                <a:solidFill>
                  <a:schemeClr val="dk1"/>
                </a:solidFill>
                <a:latin typeface="Roboto"/>
                <a:ea typeface="Roboto"/>
                <a:cs typeface="Roboto"/>
                <a:sym typeface="Roboto"/>
              </a:defRPr>
            </a:lvl6pPr>
            <a:lvl7pPr marL="3200400" marR="0" lvl="6" indent="-342900" algn="l" rtl="0">
              <a:lnSpc>
                <a:spcPct val="100000"/>
              </a:lnSpc>
              <a:spcBef>
                <a:spcPts val="0"/>
              </a:spcBef>
              <a:spcAft>
                <a:spcPts val="0"/>
              </a:spcAft>
              <a:buClr>
                <a:schemeClr val="dk1"/>
              </a:buClr>
              <a:buSzPts val="1800"/>
              <a:buFont typeface="Roboto"/>
              <a:buChar char="●"/>
              <a:defRPr sz="1800" b="0" i="0" u="none" strike="noStrike" cap="none">
                <a:solidFill>
                  <a:schemeClr val="dk1"/>
                </a:solidFill>
                <a:latin typeface="Roboto"/>
                <a:ea typeface="Roboto"/>
                <a:cs typeface="Roboto"/>
                <a:sym typeface="Roboto"/>
              </a:defRPr>
            </a:lvl7pPr>
            <a:lvl8pPr marL="3657600" marR="0" lvl="7" indent="-342900" algn="l" rtl="0">
              <a:lnSpc>
                <a:spcPct val="100000"/>
              </a:lnSpc>
              <a:spcBef>
                <a:spcPts val="0"/>
              </a:spcBef>
              <a:spcAft>
                <a:spcPts val="0"/>
              </a:spcAft>
              <a:buClr>
                <a:schemeClr val="dk1"/>
              </a:buClr>
              <a:buSzPts val="1800"/>
              <a:buFont typeface="Roboto"/>
              <a:buChar char="○"/>
              <a:defRPr sz="1800" b="0" i="0" u="none" strike="noStrike" cap="none">
                <a:solidFill>
                  <a:schemeClr val="dk1"/>
                </a:solidFill>
                <a:latin typeface="Roboto"/>
                <a:ea typeface="Roboto"/>
                <a:cs typeface="Roboto"/>
                <a:sym typeface="Roboto"/>
              </a:defRPr>
            </a:lvl8pPr>
            <a:lvl9pPr marL="4114800" marR="0" lvl="8" indent="-342900" algn="l" rtl="0">
              <a:lnSpc>
                <a:spcPct val="100000"/>
              </a:lnSpc>
              <a:spcBef>
                <a:spcPts val="0"/>
              </a:spcBef>
              <a:spcAft>
                <a:spcPts val="0"/>
              </a:spcAft>
              <a:buClr>
                <a:schemeClr val="dk1"/>
              </a:buClr>
              <a:buSzPts val="1800"/>
              <a:buFont typeface="Roboto"/>
              <a:buChar char="■"/>
              <a:defRPr sz="1800" b="0" i="0" u="none" strike="noStrike" cap="none">
                <a:solidFill>
                  <a:schemeClr val="dk1"/>
                </a:solidFill>
                <a:latin typeface="Roboto"/>
                <a:ea typeface="Roboto"/>
                <a:cs typeface="Roboto"/>
                <a:sym typeface="Roboto"/>
              </a:defRPr>
            </a:lvl9pPr>
          </a:lstStyle>
          <a:p>
            <a:pPr marL="457200" lvl="3" indent="-419100">
              <a:spcBef>
                <a:spcPts val="600"/>
              </a:spcBef>
              <a:buClr>
                <a:schemeClr val="accent3"/>
              </a:buClr>
              <a:buSzPts val="3000"/>
              <a:buFont typeface="Roboto"/>
              <a:buChar char="▸"/>
            </a:pPr>
            <a:r>
              <a:rPr lang="en-US"/>
              <a:t>T</a:t>
            </a:r>
            <a:r>
              <a:rPr lang="en-US" smtClean="0"/>
              <a:t>hiết </a:t>
            </a:r>
            <a:r>
              <a:rPr lang="en-US"/>
              <a:t>kế (quy mô vừa và nhỏ) hệ thống mạng; phát hiện và giải quyết các vấn đề thuộc quản trị mạng, an ninh mạng, đường kết nối, lưu trữ cơ sở dữ liệu, hệ thống backup thông tin.</a:t>
            </a:r>
            <a:endParaRPr lang="en-GB" sz="1800"/>
          </a:p>
        </p:txBody>
      </p:sp>
    </p:spTree>
    <p:extLst>
      <p:ext uri="{BB962C8B-B14F-4D97-AF65-F5344CB8AC3E}">
        <p14:creationId xmlns:p14="http://schemas.microsoft.com/office/powerpoint/2010/main" val="220358182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18"/>
          <p:cNvSpPr txBox="1">
            <a:spLocks noGrp="1"/>
          </p:cNvSpPr>
          <p:nvPr>
            <p:ph type="title"/>
          </p:nvPr>
        </p:nvSpPr>
        <p:spPr>
          <a:xfrm>
            <a:off x="109075" y="1626750"/>
            <a:ext cx="1807200" cy="857400"/>
          </a:xfrm>
          <a:prstGeom prst="rect">
            <a:avLst/>
          </a:prstGeom>
        </p:spPr>
        <p:txBody>
          <a:bodyPr spcFirstLastPara="1" wrap="square" lIns="91425" tIns="91425" rIns="91425" bIns="91425" anchor="t" anchorCtr="0">
            <a:noAutofit/>
          </a:bodyPr>
          <a:lstStyle/>
          <a:p>
            <a:pPr lvl="1"/>
            <a:r>
              <a:rPr lang="en-US" sz="2400"/>
              <a:t>Ngành công nghệ phần mềm</a:t>
            </a:r>
          </a:p>
        </p:txBody>
      </p:sp>
      <p:sp>
        <p:nvSpPr>
          <p:cNvPr id="97" name="Google Shape;97;p18"/>
          <p:cNvSpPr txBox="1">
            <a:spLocks noGrp="1"/>
          </p:cNvSpPr>
          <p:nvPr>
            <p:ph type="body" idx="1"/>
          </p:nvPr>
        </p:nvSpPr>
        <p:spPr>
          <a:xfrm>
            <a:off x="2111827" y="1920665"/>
            <a:ext cx="7032173" cy="2297896"/>
          </a:xfrm>
          <a:prstGeom prst="rect">
            <a:avLst/>
          </a:prstGeom>
        </p:spPr>
        <p:txBody>
          <a:bodyPr spcFirstLastPara="1" wrap="square" lIns="91425" tIns="91425" rIns="91425" bIns="91425" anchor="t" anchorCtr="0">
            <a:noAutofit/>
          </a:bodyPr>
          <a:lstStyle/>
          <a:p>
            <a:pPr marL="457200" lvl="0" indent="-419100" algn="l" rtl="0">
              <a:spcBef>
                <a:spcPts val="600"/>
              </a:spcBef>
              <a:spcAft>
                <a:spcPts val="0"/>
              </a:spcAft>
              <a:buClr>
                <a:schemeClr val="accent3"/>
              </a:buClr>
              <a:buSzPts val="3000"/>
              <a:buChar char="▸"/>
            </a:pPr>
            <a:r>
              <a:rPr lang="en-US" smtClean="0"/>
              <a:t>Công việc</a:t>
            </a:r>
          </a:p>
          <a:p>
            <a:pPr marL="457200" lvl="3" indent="-419100">
              <a:spcBef>
                <a:spcPts val="600"/>
              </a:spcBef>
              <a:buClr>
                <a:schemeClr val="accent3"/>
              </a:buClr>
              <a:buSzPts val="3000"/>
              <a:buFont typeface="Roboto"/>
              <a:buChar char="▸"/>
            </a:pPr>
            <a:r>
              <a:rPr lang="en-US" smtClean="0"/>
              <a:t>Chuyên viên kiểm thử phần mềm </a:t>
            </a:r>
          </a:p>
          <a:p>
            <a:pPr marL="457200" lvl="3" indent="-419100">
              <a:spcBef>
                <a:spcPts val="600"/>
              </a:spcBef>
              <a:buClr>
                <a:schemeClr val="accent3"/>
              </a:buClr>
              <a:buSzPts val="3000"/>
              <a:buFont typeface="Roboto"/>
              <a:buChar char="▸"/>
            </a:pPr>
            <a:r>
              <a:rPr lang="en-US"/>
              <a:t>Chuyên viên phát triển phần mềm </a:t>
            </a:r>
          </a:p>
          <a:p>
            <a:pPr marL="457200" lvl="3" indent="-419100">
              <a:spcBef>
                <a:spcPts val="600"/>
              </a:spcBef>
              <a:buClr>
                <a:schemeClr val="accent3"/>
              </a:buClr>
              <a:buSzPts val="3000"/>
              <a:buFont typeface="Roboto"/>
              <a:buChar char="▸"/>
            </a:pPr>
            <a:r>
              <a:rPr lang="en-US"/>
              <a:t>Chuyên viên thu thập và xử lý yêu cầu, tư vấn giải pháp cho khách hàng</a:t>
            </a:r>
          </a:p>
          <a:p>
            <a:pPr marL="457200" lvl="3" indent="-419100">
              <a:spcBef>
                <a:spcPts val="600"/>
              </a:spcBef>
              <a:buClr>
                <a:schemeClr val="accent3"/>
              </a:buClr>
              <a:buSzPts val="3000"/>
              <a:buFont typeface="Roboto"/>
              <a:buChar char="▸"/>
            </a:pPr>
            <a:r>
              <a:rPr lang="en-US"/>
              <a:t>Chuyên viên phân tích, thiết kế phần </a:t>
            </a:r>
            <a:r>
              <a:rPr lang="en-US" smtClean="0"/>
              <a:t>mềm</a:t>
            </a:r>
          </a:p>
          <a:p>
            <a:pPr marL="457200" lvl="3" indent="-419100">
              <a:spcBef>
                <a:spcPts val="600"/>
              </a:spcBef>
              <a:buClr>
                <a:schemeClr val="accent3"/>
              </a:buClr>
              <a:buSzPts val="3000"/>
              <a:buFont typeface="Roboto"/>
              <a:buChar char="▸"/>
            </a:pPr>
            <a:r>
              <a:rPr lang="en-US" smtClean="0"/>
              <a:t>Chuyên </a:t>
            </a:r>
            <a:r>
              <a:rPr lang="en-US"/>
              <a:t>viên quản lý sản phẩm phần mềm (Product Manager)</a:t>
            </a:r>
          </a:p>
          <a:p>
            <a:pPr marL="457200" lvl="3" indent="-419100">
              <a:spcBef>
                <a:spcPts val="600"/>
              </a:spcBef>
              <a:buClr>
                <a:schemeClr val="accent3"/>
              </a:buClr>
              <a:buSzPts val="3000"/>
              <a:buFont typeface="Roboto"/>
              <a:buChar char="▸"/>
            </a:pPr>
            <a:r>
              <a:rPr lang="en-US" smtClean="0"/>
              <a:t>Chuyên </a:t>
            </a:r>
            <a:r>
              <a:rPr lang="en-US"/>
              <a:t>viên triển khai phần </a:t>
            </a:r>
            <a:r>
              <a:rPr lang="en-US" smtClean="0"/>
              <a:t>mềm…</a:t>
            </a:r>
            <a:endParaRPr lang="en-US" sz="1800" smtClean="0"/>
          </a:p>
          <a:p>
            <a:pPr>
              <a:buClr>
                <a:schemeClr val="accent3"/>
              </a:buClr>
            </a:pPr>
            <a:endParaRPr lang="en-US" sz="1800" smtClean="0"/>
          </a:p>
          <a:p>
            <a:pPr>
              <a:buClr>
                <a:schemeClr val="accent3"/>
              </a:buClr>
            </a:pPr>
            <a:endParaRPr lang="en-US" sz="1800"/>
          </a:p>
          <a:p>
            <a:pPr lvl="0">
              <a:buClr>
                <a:schemeClr val="accent3"/>
              </a:buClr>
            </a:pPr>
            <a:endParaRPr lang="en-US" sz="1800" smtClean="0"/>
          </a:p>
          <a:p>
            <a:pPr marL="457200" lvl="0" indent="-419100" algn="l" rtl="0">
              <a:spcBef>
                <a:spcPts val="600"/>
              </a:spcBef>
              <a:spcAft>
                <a:spcPts val="0"/>
              </a:spcAft>
              <a:buClr>
                <a:schemeClr val="accent3"/>
              </a:buClr>
              <a:buSzPts val="3000"/>
              <a:buChar char="▸"/>
            </a:pPr>
            <a:endParaRPr/>
          </a:p>
        </p:txBody>
      </p:sp>
      <p:sp>
        <p:nvSpPr>
          <p:cNvPr id="98" name="Google Shape;98;p18"/>
          <p:cNvSpPr txBox="1">
            <a:spLocks noGrp="1"/>
          </p:cNvSpPr>
          <p:nvPr>
            <p:ph type="sldNum" idx="12"/>
          </p:nvPr>
        </p:nvSpPr>
        <p:spPr>
          <a:xfrm>
            <a:off x="109075" y="146024"/>
            <a:ext cx="1807200" cy="1252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fld id="{00000000-1234-1234-1234-123412341234}" type="slidenum">
              <a:rPr lang="en"/>
              <a:t>12</a:t>
            </a:fld>
            <a:endParaRPr/>
          </a:p>
        </p:txBody>
      </p:sp>
      <p:sp>
        <p:nvSpPr>
          <p:cNvPr id="5" name="Google Shape;97;p18"/>
          <p:cNvSpPr txBox="1">
            <a:spLocks/>
          </p:cNvSpPr>
          <p:nvPr/>
        </p:nvSpPr>
        <p:spPr>
          <a:xfrm>
            <a:off x="2111828" y="-105089"/>
            <a:ext cx="6955971" cy="2297896"/>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419100" algn="l" rtl="0">
              <a:lnSpc>
                <a:spcPct val="100000"/>
              </a:lnSpc>
              <a:spcBef>
                <a:spcPts val="600"/>
              </a:spcBef>
              <a:spcAft>
                <a:spcPts val="0"/>
              </a:spcAft>
              <a:buClr>
                <a:srgbClr val="6FA8DC"/>
              </a:buClr>
              <a:buSzPts val="3000"/>
              <a:buFont typeface="Roboto"/>
              <a:buChar char="▸"/>
              <a:defRPr sz="3000" b="0" i="0" u="none" strike="noStrike" cap="none">
                <a:solidFill>
                  <a:schemeClr val="dk1"/>
                </a:solidFill>
                <a:latin typeface="Roboto"/>
                <a:ea typeface="Roboto"/>
                <a:cs typeface="Roboto"/>
                <a:sym typeface="Roboto"/>
              </a:defRPr>
            </a:lvl1pPr>
            <a:lvl2pPr marL="914400" marR="0" lvl="1" indent="-381000" algn="l" rtl="0">
              <a:lnSpc>
                <a:spcPct val="100000"/>
              </a:lnSpc>
              <a:spcBef>
                <a:spcPts val="0"/>
              </a:spcBef>
              <a:spcAft>
                <a:spcPts val="0"/>
              </a:spcAft>
              <a:buClr>
                <a:srgbClr val="6FA8DC"/>
              </a:buClr>
              <a:buSzPts val="2400"/>
              <a:buFont typeface="Roboto"/>
              <a:buChar char="▹"/>
              <a:defRPr sz="2400" b="0" i="0" u="none" strike="noStrike" cap="none">
                <a:solidFill>
                  <a:schemeClr val="dk1"/>
                </a:solidFill>
                <a:latin typeface="Roboto"/>
                <a:ea typeface="Roboto"/>
                <a:cs typeface="Roboto"/>
                <a:sym typeface="Roboto"/>
              </a:defRPr>
            </a:lvl2pPr>
            <a:lvl3pPr marL="1371600" marR="0" lvl="2" indent="-381000" algn="l" rtl="0">
              <a:lnSpc>
                <a:spcPct val="100000"/>
              </a:lnSpc>
              <a:spcBef>
                <a:spcPts val="0"/>
              </a:spcBef>
              <a:spcAft>
                <a:spcPts val="0"/>
              </a:spcAft>
              <a:buClr>
                <a:srgbClr val="6FA8DC"/>
              </a:buClr>
              <a:buSzPts val="2400"/>
              <a:buFont typeface="Roboto"/>
              <a:buChar char="■"/>
              <a:defRPr sz="2400" b="0" i="0" u="none" strike="noStrike" cap="none">
                <a:solidFill>
                  <a:schemeClr val="dk1"/>
                </a:solidFill>
                <a:latin typeface="Roboto"/>
                <a:ea typeface="Roboto"/>
                <a:cs typeface="Roboto"/>
                <a:sym typeface="Roboto"/>
              </a:defRPr>
            </a:lvl3pPr>
            <a:lvl4pPr marL="1828800" marR="0" lvl="3" indent="-342900" algn="l" rtl="0">
              <a:lnSpc>
                <a:spcPct val="100000"/>
              </a:lnSpc>
              <a:spcBef>
                <a:spcPts val="0"/>
              </a:spcBef>
              <a:spcAft>
                <a:spcPts val="0"/>
              </a:spcAft>
              <a:buClr>
                <a:srgbClr val="6FA8DC"/>
              </a:buClr>
              <a:buSzPts val="1800"/>
              <a:buFont typeface="Roboto"/>
              <a:buChar char="●"/>
              <a:defRPr sz="1800" b="0" i="0" u="none" strike="noStrike" cap="none">
                <a:solidFill>
                  <a:schemeClr val="dk1"/>
                </a:solidFill>
                <a:latin typeface="Roboto"/>
                <a:ea typeface="Roboto"/>
                <a:cs typeface="Roboto"/>
                <a:sym typeface="Roboto"/>
              </a:defRPr>
            </a:lvl4pPr>
            <a:lvl5pPr marL="2286000" marR="0" lvl="4" indent="-342900" algn="l" rtl="0">
              <a:lnSpc>
                <a:spcPct val="100000"/>
              </a:lnSpc>
              <a:spcBef>
                <a:spcPts val="0"/>
              </a:spcBef>
              <a:spcAft>
                <a:spcPts val="0"/>
              </a:spcAft>
              <a:buClr>
                <a:schemeClr val="dk1"/>
              </a:buClr>
              <a:buSzPts val="1800"/>
              <a:buFont typeface="Roboto"/>
              <a:buChar char="○"/>
              <a:defRPr sz="1800" b="0" i="0" u="none" strike="noStrike" cap="none">
                <a:solidFill>
                  <a:schemeClr val="dk1"/>
                </a:solidFill>
                <a:latin typeface="Roboto"/>
                <a:ea typeface="Roboto"/>
                <a:cs typeface="Roboto"/>
                <a:sym typeface="Roboto"/>
              </a:defRPr>
            </a:lvl5pPr>
            <a:lvl6pPr marL="2743200" marR="0" lvl="5" indent="-342900" algn="l" rtl="0">
              <a:lnSpc>
                <a:spcPct val="100000"/>
              </a:lnSpc>
              <a:spcBef>
                <a:spcPts val="0"/>
              </a:spcBef>
              <a:spcAft>
                <a:spcPts val="0"/>
              </a:spcAft>
              <a:buClr>
                <a:schemeClr val="dk1"/>
              </a:buClr>
              <a:buSzPts val="1800"/>
              <a:buFont typeface="Roboto"/>
              <a:buChar char="■"/>
              <a:defRPr sz="1800" b="0" i="0" u="none" strike="noStrike" cap="none">
                <a:solidFill>
                  <a:schemeClr val="dk1"/>
                </a:solidFill>
                <a:latin typeface="Roboto"/>
                <a:ea typeface="Roboto"/>
                <a:cs typeface="Roboto"/>
                <a:sym typeface="Roboto"/>
              </a:defRPr>
            </a:lvl6pPr>
            <a:lvl7pPr marL="3200400" marR="0" lvl="6" indent="-342900" algn="l" rtl="0">
              <a:lnSpc>
                <a:spcPct val="100000"/>
              </a:lnSpc>
              <a:spcBef>
                <a:spcPts val="0"/>
              </a:spcBef>
              <a:spcAft>
                <a:spcPts val="0"/>
              </a:spcAft>
              <a:buClr>
                <a:schemeClr val="dk1"/>
              </a:buClr>
              <a:buSzPts val="1800"/>
              <a:buFont typeface="Roboto"/>
              <a:buChar char="●"/>
              <a:defRPr sz="1800" b="0" i="0" u="none" strike="noStrike" cap="none">
                <a:solidFill>
                  <a:schemeClr val="dk1"/>
                </a:solidFill>
                <a:latin typeface="Roboto"/>
                <a:ea typeface="Roboto"/>
                <a:cs typeface="Roboto"/>
                <a:sym typeface="Roboto"/>
              </a:defRPr>
            </a:lvl7pPr>
            <a:lvl8pPr marL="3657600" marR="0" lvl="7" indent="-342900" algn="l" rtl="0">
              <a:lnSpc>
                <a:spcPct val="100000"/>
              </a:lnSpc>
              <a:spcBef>
                <a:spcPts val="0"/>
              </a:spcBef>
              <a:spcAft>
                <a:spcPts val="0"/>
              </a:spcAft>
              <a:buClr>
                <a:schemeClr val="dk1"/>
              </a:buClr>
              <a:buSzPts val="1800"/>
              <a:buFont typeface="Roboto"/>
              <a:buChar char="○"/>
              <a:defRPr sz="1800" b="0" i="0" u="none" strike="noStrike" cap="none">
                <a:solidFill>
                  <a:schemeClr val="dk1"/>
                </a:solidFill>
                <a:latin typeface="Roboto"/>
                <a:ea typeface="Roboto"/>
                <a:cs typeface="Roboto"/>
                <a:sym typeface="Roboto"/>
              </a:defRPr>
            </a:lvl8pPr>
            <a:lvl9pPr marL="4114800" marR="0" lvl="8" indent="-342900" algn="l" rtl="0">
              <a:lnSpc>
                <a:spcPct val="100000"/>
              </a:lnSpc>
              <a:spcBef>
                <a:spcPts val="0"/>
              </a:spcBef>
              <a:spcAft>
                <a:spcPts val="0"/>
              </a:spcAft>
              <a:buClr>
                <a:schemeClr val="dk1"/>
              </a:buClr>
              <a:buSzPts val="1800"/>
              <a:buFont typeface="Roboto"/>
              <a:buChar char="■"/>
              <a:defRPr sz="1800" b="0" i="0" u="none" strike="noStrike" cap="none">
                <a:solidFill>
                  <a:schemeClr val="dk1"/>
                </a:solidFill>
                <a:latin typeface="Roboto"/>
                <a:ea typeface="Roboto"/>
                <a:cs typeface="Roboto"/>
                <a:sym typeface="Roboto"/>
              </a:defRPr>
            </a:lvl9pPr>
          </a:lstStyle>
          <a:p>
            <a:pPr marL="457200" lvl="3" indent="-419100">
              <a:spcBef>
                <a:spcPts val="600"/>
              </a:spcBef>
              <a:buClr>
                <a:schemeClr val="accent3"/>
              </a:buClr>
              <a:buSzPts val="3000"/>
              <a:buFont typeface="Roboto"/>
              <a:buChar char="▸"/>
            </a:pPr>
            <a:r>
              <a:rPr lang="en-US"/>
              <a:t>Có thể xây dựng, chỉnh sửa và phát triển phần mềm dựa trên các công cụ lập trình</a:t>
            </a:r>
            <a:endParaRPr lang="en-US" smtClean="0"/>
          </a:p>
          <a:p>
            <a:pPr marL="457200" lvl="3" indent="-419100">
              <a:spcBef>
                <a:spcPts val="600"/>
              </a:spcBef>
              <a:buClr>
                <a:schemeClr val="accent3"/>
              </a:buClr>
              <a:buSzPts val="3000"/>
              <a:buFont typeface="Roboto"/>
              <a:buChar char="▸"/>
            </a:pPr>
            <a:r>
              <a:rPr lang="en-US"/>
              <a:t>có thể phân tích, đánh giá yêu cầu dự án, đưa ra giải pháp tiếp cận công nghệ </a:t>
            </a:r>
            <a:r>
              <a:rPr lang="en-US" smtClean="0"/>
              <a:t>mới</a:t>
            </a:r>
          </a:p>
          <a:p>
            <a:pPr marL="457200" lvl="3" indent="-419100">
              <a:spcBef>
                <a:spcPts val="600"/>
              </a:spcBef>
              <a:buClr>
                <a:schemeClr val="accent3"/>
              </a:buClr>
              <a:buSzPts val="3000"/>
              <a:buFont typeface="Roboto"/>
              <a:buChar char="▸"/>
            </a:pPr>
            <a:r>
              <a:rPr lang="en-US"/>
              <a:t>; có khả năng thiết kế, xây dựng, vận hành, bảo trì và phát triển hệ thống thông tin cho các cơ quan, trường học, doanh nghiệp,…</a:t>
            </a:r>
            <a:endParaRPr lang="en-US" smtClean="0"/>
          </a:p>
          <a:p>
            <a:pPr>
              <a:buClr>
                <a:schemeClr val="accent3"/>
              </a:buClr>
            </a:pPr>
            <a:endParaRPr lang="en-GB" sz="1800"/>
          </a:p>
        </p:txBody>
      </p:sp>
    </p:spTree>
    <p:extLst>
      <p:ext uri="{BB962C8B-B14F-4D97-AF65-F5344CB8AC3E}">
        <p14:creationId xmlns:p14="http://schemas.microsoft.com/office/powerpoint/2010/main" val="372881518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18"/>
          <p:cNvSpPr txBox="1">
            <a:spLocks noGrp="1"/>
          </p:cNvSpPr>
          <p:nvPr>
            <p:ph type="title"/>
          </p:nvPr>
        </p:nvSpPr>
        <p:spPr>
          <a:xfrm>
            <a:off x="109075" y="1626750"/>
            <a:ext cx="1807200" cy="857400"/>
          </a:xfrm>
          <a:prstGeom prst="rect">
            <a:avLst/>
          </a:prstGeom>
        </p:spPr>
        <p:txBody>
          <a:bodyPr spcFirstLastPara="1" wrap="square" lIns="91425" tIns="91425" rIns="91425" bIns="91425" anchor="t" anchorCtr="0">
            <a:noAutofit/>
          </a:bodyPr>
          <a:lstStyle/>
          <a:p>
            <a:pPr lvl="1"/>
            <a:r>
              <a:rPr lang="en-US" sz="2400"/>
              <a:t>Ngành hệ thống thông tin quản lý</a:t>
            </a:r>
          </a:p>
        </p:txBody>
      </p:sp>
      <p:sp>
        <p:nvSpPr>
          <p:cNvPr id="97" name="Google Shape;97;p18"/>
          <p:cNvSpPr txBox="1">
            <a:spLocks noGrp="1"/>
          </p:cNvSpPr>
          <p:nvPr>
            <p:ph type="body" idx="1"/>
          </p:nvPr>
        </p:nvSpPr>
        <p:spPr>
          <a:xfrm>
            <a:off x="2111828" y="1398824"/>
            <a:ext cx="7032173" cy="2297896"/>
          </a:xfrm>
          <a:prstGeom prst="rect">
            <a:avLst/>
          </a:prstGeom>
        </p:spPr>
        <p:txBody>
          <a:bodyPr spcFirstLastPara="1" wrap="square" lIns="91425" tIns="91425" rIns="91425" bIns="91425" anchor="t" anchorCtr="0">
            <a:noAutofit/>
          </a:bodyPr>
          <a:lstStyle/>
          <a:p>
            <a:pPr marL="457200" lvl="0" indent="-419100" algn="l" rtl="0">
              <a:spcBef>
                <a:spcPts val="600"/>
              </a:spcBef>
              <a:spcAft>
                <a:spcPts val="0"/>
              </a:spcAft>
              <a:buClr>
                <a:schemeClr val="accent3"/>
              </a:buClr>
              <a:buSzPts val="3000"/>
              <a:buChar char="▸"/>
            </a:pPr>
            <a:r>
              <a:rPr lang="en-US" smtClean="0"/>
              <a:t>Công việc</a:t>
            </a:r>
          </a:p>
          <a:p>
            <a:pPr marL="457200" lvl="3" indent="-419100">
              <a:spcBef>
                <a:spcPts val="600"/>
              </a:spcBef>
              <a:buClr>
                <a:schemeClr val="accent3"/>
              </a:buClr>
              <a:buSzPts val="3000"/>
              <a:buFont typeface="Roboto"/>
              <a:buChar char="▸"/>
            </a:pPr>
            <a:r>
              <a:rPr lang="en-US"/>
              <a:t>Lập trình viên cơ sở dữ liệu</a:t>
            </a:r>
          </a:p>
          <a:p>
            <a:pPr marL="457200" lvl="3" indent="-419100">
              <a:spcBef>
                <a:spcPts val="600"/>
              </a:spcBef>
              <a:buClr>
                <a:schemeClr val="accent3"/>
              </a:buClr>
              <a:buSzPts val="3000"/>
              <a:buFont typeface="Roboto"/>
              <a:buChar char="▸"/>
            </a:pPr>
            <a:r>
              <a:rPr lang="en-US"/>
              <a:t>Quản trị viên hệ thống thông tin tại các cơ quan xí nghiệp</a:t>
            </a:r>
          </a:p>
          <a:p>
            <a:pPr marL="457200" lvl="3" indent="-419100">
              <a:spcBef>
                <a:spcPts val="600"/>
              </a:spcBef>
              <a:buClr>
                <a:schemeClr val="accent3"/>
              </a:buClr>
              <a:buSzPts val="3000"/>
              <a:buFont typeface="Roboto"/>
              <a:buChar char="▸"/>
            </a:pPr>
            <a:r>
              <a:rPr lang="en-US"/>
              <a:t>Tư vấn viên, thiết kế viên, lập trình viên phần mềm trong công ty phần mềm…</a:t>
            </a:r>
          </a:p>
          <a:p>
            <a:pPr marL="457200" lvl="3" indent="-419100">
              <a:spcBef>
                <a:spcPts val="600"/>
              </a:spcBef>
              <a:buClr>
                <a:schemeClr val="accent3"/>
              </a:buClr>
              <a:buSzPts val="3000"/>
              <a:buFont typeface="Roboto"/>
              <a:buChar char="▸"/>
            </a:pPr>
            <a:r>
              <a:rPr lang="en-US"/>
              <a:t>Nhân viên kiểm định nghiệp vụ, hỗ trợ, triển khai các dự án</a:t>
            </a:r>
          </a:p>
          <a:p>
            <a:pPr marL="457200" lvl="3" indent="-419100">
              <a:spcBef>
                <a:spcPts val="600"/>
              </a:spcBef>
              <a:buClr>
                <a:schemeClr val="accent3"/>
              </a:buClr>
              <a:buSzPts val="3000"/>
              <a:buFont typeface="Roboto"/>
              <a:buChar char="▸"/>
            </a:pPr>
            <a:r>
              <a:rPr lang="en-US"/>
              <a:t>Giám đốc công nghệ thông tin (CIO)</a:t>
            </a:r>
          </a:p>
          <a:p>
            <a:pPr marL="457200" lvl="3" indent="-419100">
              <a:spcBef>
                <a:spcPts val="600"/>
              </a:spcBef>
              <a:buClr>
                <a:schemeClr val="accent3"/>
              </a:buClr>
              <a:buSzPts val="3000"/>
              <a:buFont typeface="Roboto"/>
              <a:buChar char="▸"/>
            </a:pPr>
            <a:r>
              <a:rPr lang="en-US"/>
              <a:t>Nhân viên chuyên trách ứng dụng công nghệ thông tin, xử lý và phân tích dữ liệu tại các doanh nghiệp trong và ngoài nước, các cơ quan nhà nước, trung tâm nghiên cứu</a:t>
            </a:r>
          </a:p>
          <a:p>
            <a:pPr marL="457200" lvl="3" indent="-419100">
              <a:spcBef>
                <a:spcPts val="600"/>
              </a:spcBef>
              <a:buClr>
                <a:schemeClr val="accent3"/>
              </a:buClr>
              <a:buSzPts val="3000"/>
              <a:buFont typeface="Roboto"/>
              <a:buChar char="▸"/>
            </a:pPr>
            <a:endParaRPr lang="en-US" sz="1800" smtClean="0"/>
          </a:p>
          <a:p>
            <a:pPr>
              <a:buClr>
                <a:schemeClr val="accent3"/>
              </a:buClr>
            </a:pPr>
            <a:endParaRPr lang="en-US" sz="1800"/>
          </a:p>
          <a:p>
            <a:pPr lvl="0">
              <a:buClr>
                <a:schemeClr val="accent3"/>
              </a:buClr>
            </a:pPr>
            <a:endParaRPr lang="en-US" sz="1800" smtClean="0"/>
          </a:p>
          <a:p>
            <a:pPr marL="457200" lvl="0" indent="-419100" algn="l" rtl="0">
              <a:spcBef>
                <a:spcPts val="600"/>
              </a:spcBef>
              <a:spcAft>
                <a:spcPts val="0"/>
              </a:spcAft>
              <a:buClr>
                <a:schemeClr val="accent3"/>
              </a:buClr>
              <a:buSzPts val="3000"/>
              <a:buChar char="▸"/>
            </a:pPr>
            <a:endParaRPr/>
          </a:p>
        </p:txBody>
      </p:sp>
      <p:sp>
        <p:nvSpPr>
          <p:cNvPr id="98" name="Google Shape;98;p18"/>
          <p:cNvSpPr txBox="1">
            <a:spLocks noGrp="1"/>
          </p:cNvSpPr>
          <p:nvPr>
            <p:ph type="sldNum" idx="12"/>
          </p:nvPr>
        </p:nvSpPr>
        <p:spPr>
          <a:xfrm>
            <a:off x="109075" y="146024"/>
            <a:ext cx="1807200" cy="1252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fld id="{00000000-1234-1234-1234-123412341234}" type="slidenum">
              <a:rPr lang="en"/>
              <a:t>13</a:t>
            </a:fld>
            <a:endParaRPr/>
          </a:p>
        </p:txBody>
      </p:sp>
      <p:sp>
        <p:nvSpPr>
          <p:cNvPr id="5" name="Google Shape;97;p18"/>
          <p:cNvSpPr txBox="1">
            <a:spLocks/>
          </p:cNvSpPr>
          <p:nvPr/>
        </p:nvSpPr>
        <p:spPr>
          <a:xfrm>
            <a:off x="2111828" y="-105089"/>
            <a:ext cx="6955971" cy="1731839"/>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419100" algn="l" rtl="0">
              <a:lnSpc>
                <a:spcPct val="100000"/>
              </a:lnSpc>
              <a:spcBef>
                <a:spcPts val="600"/>
              </a:spcBef>
              <a:spcAft>
                <a:spcPts val="0"/>
              </a:spcAft>
              <a:buClr>
                <a:srgbClr val="6FA8DC"/>
              </a:buClr>
              <a:buSzPts val="3000"/>
              <a:buFont typeface="Roboto"/>
              <a:buChar char="▸"/>
              <a:defRPr sz="3000" b="0" i="0" u="none" strike="noStrike" cap="none">
                <a:solidFill>
                  <a:schemeClr val="dk1"/>
                </a:solidFill>
                <a:latin typeface="Roboto"/>
                <a:ea typeface="Roboto"/>
                <a:cs typeface="Roboto"/>
                <a:sym typeface="Roboto"/>
              </a:defRPr>
            </a:lvl1pPr>
            <a:lvl2pPr marL="914400" marR="0" lvl="1" indent="-381000" algn="l" rtl="0">
              <a:lnSpc>
                <a:spcPct val="100000"/>
              </a:lnSpc>
              <a:spcBef>
                <a:spcPts val="0"/>
              </a:spcBef>
              <a:spcAft>
                <a:spcPts val="0"/>
              </a:spcAft>
              <a:buClr>
                <a:srgbClr val="6FA8DC"/>
              </a:buClr>
              <a:buSzPts val="2400"/>
              <a:buFont typeface="Roboto"/>
              <a:buChar char="▹"/>
              <a:defRPr sz="2400" b="0" i="0" u="none" strike="noStrike" cap="none">
                <a:solidFill>
                  <a:schemeClr val="dk1"/>
                </a:solidFill>
                <a:latin typeface="Roboto"/>
                <a:ea typeface="Roboto"/>
                <a:cs typeface="Roboto"/>
                <a:sym typeface="Roboto"/>
              </a:defRPr>
            </a:lvl2pPr>
            <a:lvl3pPr marL="1371600" marR="0" lvl="2" indent="-381000" algn="l" rtl="0">
              <a:lnSpc>
                <a:spcPct val="100000"/>
              </a:lnSpc>
              <a:spcBef>
                <a:spcPts val="0"/>
              </a:spcBef>
              <a:spcAft>
                <a:spcPts val="0"/>
              </a:spcAft>
              <a:buClr>
                <a:srgbClr val="6FA8DC"/>
              </a:buClr>
              <a:buSzPts val="2400"/>
              <a:buFont typeface="Roboto"/>
              <a:buChar char="■"/>
              <a:defRPr sz="2400" b="0" i="0" u="none" strike="noStrike" cap="none">
                <a:solidFill>
                  <a:schemeClr val="dk1"/>
                </a:solidFill>
                <a:latin typeface="Roboto"/>
                <a:ea typeface="Roboto"/>
                <a:cs typeface="Roboto"/>
                <a:sym typeface="Roboto"/>
              </a:defRPr>
            </a:lvl3pPr>
            <a:lvl4pPr marL="1828800" marR="0" lvl="3" indent="-342900" algn="l" rtl="0">
              <a:lnSpc>
                <a:spcPct val="100000"/>
              </a:lnSpc>
              <a:spcBef>
                <a:spcPts val="0"/>
              </a:spcBef>
              <a:spcAft>
                <a:spcPts val="0"/>
              </a:spcAft>
              <a:buClr>
                <a:srgbClr val="6FA8DC"/>
              </a:buClr>
              <a:buSzPts val="1800"/>
              <a:buFont typeface="Roboto"/>
              <a:buChar char="●"/>
              <a:defRPr sz="1800" b="0" i="0" u="none" strike="noStrike" cap="none">
                <a:solidFill>
                  <a:schemeClr val="dk1"/>
                </a:solidFill>
                <a:latin typeface="Roboto"/>
                <a:ea typeface="Roboto"/>
                <a:cs typeface="Roboto"/>
                <a:sym typeface="Roboto"/>
              </a:defRPr>
            </a:lvl4pPr>
            <a:lvl5pPr marL="2286000" marR="0" lvl="4" indent="-342900" algn="l" rtl="0">
              <a:lnSpc>
                <a:spcPct val="100000"/>
              </a:lnSpc>
              <a:spcBef>
                <a:spcPts val="0"/>
              </a:spcBef>
              <a:spcAft>
                <a:spcPts val="0"/>
              </a:spcAft>
              <a:buClr>
                <a:schemeClr val="dk1"/>
              </a:buClr>
              <a:buSzPts val="1800"/>
              <a:buFont typeface="Roboto"/>
              <a:buChar char="○"/>
              <a:defRPr sz="1800" b="0" i="0" u="none" strike="noStrike" cap="none">
                <a:solidFill>
                  <a:schemeClr val="dk1"/>
                </a:solidFill>
                <a:latin typeface="Roboto"/>
                <a:ea typeface="Roboto"/>
                <a:cs typeface="Roboto"/>
                <a:sym typeface="Roboto"/>
              </a:defRPr>
            </a:lvl5pPr>
            <a:lvl6pPr marL="2743200" marR="0" lvl="5" indent="-342900" algn="l" rtl="0">
              <a:lnSpc>
                <a:spcPct val="100000"/>
              </a:lnSpc>
              <a:spcBef>
                <a:spcPts val="0"/>
              </a:spcBef>
              <a:spcAft>
                <a:spcPts val="0"/>
              </a:spcAft>
              <a:buClr>
                <a:schemeClr val="dk1"/>
              </a:buClr>
              <a:buSzPts val="1800"/>
              <a:buFont typeface="Roboto"/>
              <a:buChar char="■"/>
              <a:defRPr sz="1800" b="0" i="0" u="none" strike="noStrike" cap="none">
                <a:solidFill>
                  <a:schemeClr val="dk1"/>
                </a:solidFill>
                <a:latin typeface="Roboto"/>
                <a:ea typeface="Roboto"/>
                <a:cs typeface="Roboto"/>
                <a:sym typeface="Roboto"/>
              </a:defRPr>
            </a:lvl6pPr>
            <a:lvl7pPr marL="3200400" marR="0" lvl="6" indent="-342900" algn="l" rtl="0">
              <a:lnSpc>
                <a:spcPct val="100000"/>
              </a:lnSpc>
              <a:spcBef>
                <a:spcPts val="0"/>
              </a:spcBef>
              <a:spcAft>
                <a:spcPts val="0"/>
              </a:spcAft>
              <a:buClr>
                <a:schemeClr val="dk1"/>
              </a:buClr>
              <a:buSzPts val="1800"/>
              <a:buFont typeface="Roboto"/>
              <a:buChar char="●"/>
              <a:defRPr sz="1800" b="0" i="0" u="none" strike="noStrike" cap="none">
                <a:solidFill>
                  <a:schemeClr val="dk1"/>
                </a:solidFill>
                <a:latin typeface="Roboto"/>
                <a:ea typeface="Roboto"/>
                <a:cs typeface="Roboto"/>
                <a:sym typeface="Roboto"/>
              </a:defRPr>
            </a:lvl7pPr>
            <a:lvl8pPr marL="3657600" marR="0" lvl="7" indent="-342900" algn="l" rtl="0">
              <a:lnSpc>
                <a:spcPct val="100000"/>
              </a:lnSpc>
              <a:spcBef>
                <a:spcPts val="0"/>
              </a:spcBef>
              <a:spcAft>
                <a:spcPts val="0"/>
              </a:spcAft>
              <a:buClr>
                <a:schemeClr val="dk1"/>
              </a:buClr>
              <a:buSzPts val="1800"/>
              <a:buFont typeface="Roboto"/>
              <a:buChar char="○"/>
              <a:defRPr sz="1800" b="0" i="0" u="none" strike="noStrike" cap="none">
                <a:solidFill>
                  <a:schemeClr val="dk1"/>
                </a:solidFill>
                <a:latin typeface="Roboto"/>
                <a:ea typeface="Roboto"/>
                <a:cs typeface="Roboto"/>
                <a:sym typeface="Roboto"/>
              </a:defRPr>
            </a:lvl8pPr>
            <a:lvl9pPr marL="4114800" marR="0" lvl="8" indent="-342900" algn="l" rtl="0">
              <a:lnSpc>
                <a:spcPct val="100000"/>
              </a:lnSpc>
              <a:spcBef>
                <a:spcPts val="0"/>
              </a:spcBef>
              <a:spcAft>
                <a:spcPts val="0"/>
              </a:spcAft>
              <a:buClr>
                <a:schemeClr val="dk1"/>
              </a:buClr>
              <a:buSzPts val="1800"/>
              <a:buFont typeface="Roboto"/>
              <a:buChar char="■"/>
              <a:defRPr sz="1800" b="0" i="0" u="none" strike="noStrike" cap="none">
                <a:solidFill>
                  <a:schemeClr val="dk1"/>
                </a:solidFill>
                <a:latin typeface="Roboto"/>
                <a:ea typeface="Roboto"/>
                <a:cs typeface="Roboto"/>
                <a:sym typeface="Roboto"/>
              </a:defRPr>
            </a:lvl9pPr>
          </a:lstStyle>
          <a:p>
            <a:pPr marL="457200" lvl="3" indent="-419100">
              <a:spcBef>
                <a:spcPts val="600"/>
              </a:spcBef>
              <a:buClr>
                <a:schemeClr val="accent3"/>
              </a:buClr>
              <a:buSzPts val="3000"/>
              <a:buFont typeface="Roboto"/>
              <a:buChar char="▸"/>
            </a:pPr>
            <a:r>
              <a:rPr lang="en-US"/>
              <a:t>Ngành kết hợp giữa phần cứng, phần mềm và mạng truyền thông</a:t>
            </a:r>
            <a:endParaRPr lang="en-US" smtClean="0"/>
          </a:p>
          <a:p>
            <a:pPr marL="457200" lvl="3" indent="-419100">
              <a:spcBef>
                <a:spcPts val="600"/>
              </a:spcBef>
              <a:buClr>
                <a:schemeClr val="accent3"/>
              </a:buClr>
              <a:buSzPts val="3000"/>
              <a:buFont typeface="Roboto"/>
              <a:buChar char="▸"/>
            </a:pPr>
            <a:r>
              <a:rPr lang="en-US"/>
              <a:t>Kĩ năng chuyên môn: có khả năng phân tích, thiết kế, xây dựng, triển khai, quản trị và kiểm soát các hệ thống thông tin quản lý; kiến thức về lý thuyết thống kê kinh </a:t>
            </a:r>
            <a:r>
              <a:rPr lang="en-US" smtClean="0"/>
              <a:t>tế</a:t>
            </a:r>
          </a:p>
        </p:txBody>
      </p:sp>
    </p:spTree>
    <p:extLst>
      <p:ext uri="{BB962C8B-B14F-4D97-AF65-F5344CB8AC3E}">
        <p14:creationId xmlns:p14="http://schemas.microsoft.com/office/powerpoint/2010/main" val="358865569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18"/>
          <p:cNvSpPr txBox="1">
            <a:spLocks noGrp="1"/>
          </p:cNvSpPr>
          <p:nvPr>
            <p:ph type="title"/>
          </p:nvPr>
        </p:nvSpPr>
        <p:spPr>
          <a:xfrm>
            <a:off x="109075" y="1626750"/>
            <a:ext cx="1807200" cy="857400"/>
          </a:xfrm>
          <a:prstGeom prst="rect">
            <a:avLst/>
          </a:prstGeom>
        </p:spPr>
        <p:txBody>
          <a:bodyPr spcFirstLastPara="1" wrap="square" lIns="91425" tIns="91425" rIns="91425" bIns="91425" anchor="t" anchorCtr="0">
            <a:noAutofit/>
          </a:bodyPr>
          <a:lstStyle/>
          <a:p>
            <a:pPr lvl="1"/>
            <a:r>
              <a:rPr lang="en-US" sz="2400"/>
              <a:t>Ngành Big Data &amp; Machine Learning</a:t>
            </a:r>
          </a:p>
        </p:txBody>
      </p:sp>
      <p:sp>
        <p:nvSpPr>
          <p:cNvPr id="97" name="Google Shape;97;p18"/>
          <p:cNvSpPr txBox="1">
            <a:spLocks noGrp="1"/>
          </p:cNvSpPr>
          <p:nvPr>
            <p:ph type="body" idx="1"/>
          </p:nvPr>
        </p:nvSpPr>
        <p:spPr>
          <a:xfrm>
            <a:off x="2111828" y="2845604"/>
            <a:ext cx="7032173" cy="2297896"/>
          </a:xfrm>
          <a:prstGeom prst="rect">
            <a:avLst/>
          </a:prstGeom>
        </p:spPr>
        <p:txBody>
          <a:bodyPr spcFirstLastPara="1" wrap="square" lIns="91425" tIns="91425" rIns="91425" bIns="91425" anchor="t" anchorCtr="0">
            <a:noAutofit/>
          </a:bodyPr>
          <a:lstStyle/>
          <a:p>
            <a:pPr marL="457200" lvl="0" indent="-419100" algn="l" rtl="0">
              <a:spcBef>
                <a:spcPts val="600"/>
              </a:spcBef>
              <a:spcAft>
                <a:spcPts val="0"/>
              </a:spcAft>
              <a:buClr>
                <a:schemeClr val="accent3"/>
              </a:buClr>
              <a:buSzPts val="3000"/>
              <a:buChar char="▸"/>
            </a:pPr>
            <a:r>
              <a:rPr lang="en-US" smtClean="0"/>
              <a:t>Công việc</a:t>
            </a:r>
          </a:p>
          <a:p>
            <a:pPr marL="457200" lvl="3" indent="-419100">
              <a:spcBef>
                <a:spcPts val="600"/>
              </a:spcBef>
              <a:buClr>
                <a:schemeClr val="accent3"/>
              </a:buClr>
              <a:buSzPts val="3000"/>
              <a:buFont typeface="Roboto"/>
              <a:buChar char="▸"/>
            </a:pPr>
            <a:r>
              <a:rPr lang="en-US"/>
              <a:t>Có thể làm tất cả công việc của cử nhân Công nghệ Phần mềm và Hệ thống Thông tin</a:t>
            </a:r>
            <a:endParaRPr lang="en-US" sz="1800" smtClean="0"/>
          </a:p>
          <a:p>
            <a:pPr>
              <a:buClr>
                <a:schemeClr val="accent3"/>
              </a:buClr>
            </a:pPr>
            <a:endParaRPr lang="en-US" sz="1800"/>
          </a:p>
          <a:p>
            <a:pPr lvl="0">
              <a:buClr>
                <a:schemeClr val="accent3"/>
              </a:buClr>
            </a:pPr>
            <a:endParaRPr lang="en-US" sz="1800" smtClean="0"/>
          </a:p>
          <a:p>
            <a:pPr marL="457200" lvl="0" indent="-419100" algn="l" rtl="0">
              <a:spcBef>
                <a:spcPts val="600"/>
              </a:spcBef>
              <a:spcAft>
                <a:spcPts val="0"/>
              </a:spcAft>
              <a:buClr>
                <a:schemeClr val="accent3"/>
              </a:buClr>
              <a:buSzPts val="3000"/>
              <a:buChar char="▸"/>
            </a:pPr>
            <a:endParaRPr/>
          </a:p>
        </p:txBody>
      </p:sp>
      <p:sp>
        <p:nvSpPr>
          <p:cNvPr id="98" name="Google Shape;98;p18"/>
          <p:cNvSpPr txBox="1">
            <a:spLocks noGrp="1"/>
          </p:cNvSpPr>
          <p:nvPr>
            <p:ph type="sldNum" idx="12"/>
          </p:nvPr>
        </p:nvSpPr>
        <p:spPr>
          <a:xfrm>
            <a:off x="109075" y="146024"/>
            <a:ext cx="1807200" cy="1252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fld id="{00000000-1234-1234-1234-123412341234}" type="slidenum">
              <a:rPr lang="en"/>
              <a:t>14</a:t>
            </a:fld>
            <a:endParaRPr/>
          </a:p>
        </p:txBody>
      </p:sp>
      <p:sp>
        <p:nvSpPr>
          <p:cNvPr id="5" name="Google Shape;97;p18"/>
          <p:cNvSpPr txBox="1">
            <a:spLocks/>
          </p:cNvSpPr>
          <p:nvPr/>
        </p:nvSpPr>
        <p:spPr>
          <a:xfrm>
            <a:off x="2111828" y="-105089"/>
            <a:ext cx="6955971" cy="1731839"/>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419100" algn="l" rtl="0">
              <a:lnSpc>
                <a:spcPct val="100000"/>
              </a:lnSpc>
              <a:spcBef>
                <a:spcPts val="600"/>
              </a:spcBef>
              <a:spcAft>
                <a:spcPts val="0"/>
              </a:spcAft>
              <a:buClr>
                <a:srgbClr val="6FA8DC"/>
              </a:buClr>
              <a:buSzPts val="3000"/>
              <a:buFont typeface="Roboto"/>
              <a:buChar char="▸"/>
              <a:defRPr sz="3000" b="0" i="0" u="none" strike="noStrike" cap="none">
                <a:solidFill>
                  <a:schemeClr val="dk1"/>
                </a:solidFill>
                <a:latin typeface="Roboto"/>
                <a:ea typeface="Roboto"/>
                <a:cs typeface="Roboto"/>
                <a:sym typeface="Roboto"/>
              </a:defRPr>
            </a:lvl1pPr>
            <a:lvl2pPr marL="914400" marR="0" lvl="1" indent="-381000" algn="l" rtl="0">
              <a:lnSpc>
                <a:spcPct val="100000"/>
              </a:lnSpc>
              <a:spcBef>
                <a:spcPts val="0"/>
              </a:spcBef>
              <a:spcAft>
                <a:spcPts val="0"/>
              </a:spcAft>
              <a:buClr>
                <a:srgbClr val="6FA8DC"/>
              </a:buClr>
              <a:buSzPts val="2400"/>
              <a:buFont typeface="Roboto"/>
              <a:buChar char="▹"/>
              <a:defRPr sz="2400" b="0" i="0" u="none" strike="noStrike" cap="none">
                <a:solidFill>
                  <a:schemeClr val="dk1"/>
                </a:solidFill>
                <a:latin typeface="Roboto"/>
                <a:ea typeface="Roboto"/>
                <a:cs typeface="Roboto"/>
                <a:sym typeface="Roboto"/>
              </a:defRPr>
            </a:lvl2pPr>
            <a:lvl3pPr marL="1371600" marR="0" lvl="2" indent="-381000" algn="l" rtl="0">
              <a:lnSpc>
                <a:spcPct val="100000"/>
              </a:lnSpc>
              <a:spcBef>
                <a:spcPts val="0"/>
              </a:spcBef>
              <a:spcAft>
                <a:spcPts val="0"/>
              </a:spcAft>
              <a:buClr>
                <a:srgbClr val="6FA8DC"/>
              </a:buClr>
              <a:buSzPts val="2400"/>
              <a:buFont typeface="Roboto"/>
              <a:buChar char="■"/>
              <a:defRPr sz="2400" b="0" i="0" u="none" strike="noStrike" cap="none">
                <a:solidFill>
                  <a:schemeClr val="dk1"/>
                </a:solidFill>
                <a:latin typeface="Roboto"/>
                <a:ea typeface="Roboto"/>
                <a:cs typeface="Roboto"/>
                <a:sym typeface="Roboto"/>
              </a:defRPr>
            </a:lvl3pPr>
            <a:lvl4pPr marL="1828800" marR="0" lvl="3" indent="-342900" algn="l" rtl="0">
              <a:lnSpc>
                <a:spcPct val="100000"/>
              </a:lnSpc>
              <a:spcBef>
                <a:spcPts val="0"/>
              </a:spcBef>
              <a:spcAft>
                <a:spcPts val="0"/>
              </a:spcAft>
              <a:buClr>
                <a:srgbClr val="6FA8DC"/>
              </a:buClr>
              <a:buSzPts val="1800"/>
              <a:buFont typeface="Roboto"/>
              <a:buChar char="●"/>
              <a:defRPr sz="1800" b="0" i="0" u="none" strike="noStrike" cap="none">
                <a:solidFill>
                  <a:schemeClr val="dk1"/>
                </a:solidFill>
                <a:latin typeface="Roboto"/>
                <a:ea typeface="Roboto"/>
                <a:cs typeface="Roboto"/>
                <a:sym typeface="Roboto"/>
              </a:defRPr>
            </a:lvl4pPr>
            <a:lvl5pPr marL="2286000" marR="0" lvl="4" indent="-342900" algn="l" rtl="0">
              <a:lnSpc>
                <a:spcPct val="100000"/>
              </a:lnSpc>
              <a:spcBef>
                <a:spcPts val="0"/>
              </a:spcBef>
              <a:spcAft>
                <a:spcPts val="0"/>
              </a:spcAft>
              <a:buClr>
                <a:schemeClr val="dk1"/>
              </a:buClr>
              <a:buSzPts val="1800"/>
              <a:buFont typeface="Roboto"/>
              <a:buChar char="○"/>
              <a:defRPr sz="1800" b="0" i="0" u="none" strike="noStrike" cap="none">
                <a:solidFill>
                  <a:schemeClr val="dk1"/>
                </a:solidFill>
                <a:latin typeface="Roboto"/>
                <a:ea typeface="Roboto"/>
                <a:cs typeface="Roboto"/>
                <a:sym typeface="Roboto"/>
              </a:defRPr>
            </a:lvl5pPr>
            <a:lvl6pPr marL="2743200" marR="0" lvl="5" indent="-342900" algn="l" rtl="0">
              <a:lnSpc>
                <a:spcPct val="100000"/>
              </a:lnSpc>
              <a:spcBef>
                <a:spcPts val="0"/>
              </a:spcBef>
              <a:spcAft>
                <a:spcPts val="0"/>
              </a:spcAft>
              <a:buClr>
                <a:schemeClr val="dk1"/>
              </a:buClr>
              <a:buSzPts val="1800"/>
              <a:buFont typeface="Roboto"/>
              <a:buChar char="■"/>
              <a:defRPr sz="1800" b="0" i="0" u="none" strike="noStrike" cap="none">
                <a:solidFill>
                  <a:schemeClr val="dk1"/>
                </a:solidFill>
                <a:latin typeface="Roboto"/>
                <a:ea typeface="Roboto"/>
                <a:cs typeface="Roboto"/>
                <a:sym typeface="Roboto"/>
              </a:defRPr>
            </a:lvl6pPr>
            <a:lvl7pPr marL="3200400" marR="0" lvl="6" indent="-342900" algn="l" rtl="0">
              <a:lnSpc>
                <a:spcPct val="100000"/>
              </a:lnSpc>
              <a:spcBef>
                <a:spcPts val="0"/>
              </a:spcBef>
              <a:spcAft>
                <a:spcPts val="0"/>
              </a:spcAft>
              <a:buClr>
                <a:schemeClr val="dk1"/>
              </a:buClr>
              <a:buSzPts val="1800"/>
              <a:buFont typeface="Roboto"/>
              <a:buChar char="●"/>
              <a:defRPr sz="1800" b="0" i="0" u="none" strike="noStrike" cap="none">
                <a:solidFill>
                  <a:schemeClr val="dk1"/>
                </a:solidFill>
                <a:latin typeface="Roboto"/>
                <a:ea typeface="Roboto"/>
                <a:cs typeface="Roboto"/>
                <a:sym typeface="Roboto"/>
              </a:defRPr>
            </a:lvl7pPr>
            <a:lvl8pPr marL="3657600" marR="0" lvl="7" indent="-342900" algn="l" rtl="0">
              <a:lnSpc>
                <a:spcPct val="100000"/>
              </a:lnSpc>
              <a:spcBef>
                <a:spcPts val="0"/>
              </a:spcBef>
              <a:spcAft>
                <a:spcPts val="0"/>
              </a:spcAft>
              <a:buClr>
                <a:schemeClr val="dk1"/>
              </a:buClr>
              <a:buSzPts val="1800"/>
              <a:buFont typeface="Roboto"/>
              <a:buChar char="○"/>
              <a:defRPr sz="1800" b="0" i="0" u="none" strike="noStrike" cap="none">
                <a:solidFill>
                  <a:schemeClr val="dk1"/>
                </a:solidFill>
                <a:latin typeface="Roboto"/>
                <a:ea typeface="Roboto"/>
                <a:cs typeface="Roboto"/>
                <a:sym typeface="Roboto"/>
              </a:defRPr>
            </a:lvl8pPr>
            <a:lvl9pPr marL="4114800" marR="0" lvl="8" indent="-342900" algn="l" rtl="0">
              <a:lnSpc>
                <a:spcPct val="100000"/>
              </a:lnSpc>
              <a:spcBef>
                <a:spcPts val="0"/>
              </a:spcBef>
              <a:spcAft>
                <a:spcPts val="0"/>
              </a:spcAft>
              <a:buClr>
                <a:schemeClr val="dk1"/>
              </a:buClr>
              <a:buSzPts val="1800"/>
              <a:buFont typeface="Roboto"/>
              <a:buChar char="■"/>
              <a:defRPr sz="1800" b="0" i="0" u="none" strike="noStrike" cap="none">
                <a:solidFill>
                  <a:schemeClr val="dk1"/>
                </a:solidFill>
                <a:latin typeface="Roboto"/>
                <a:ea typeface="Roboto"/>
                <a:cs typeface="Roboto"/>
                <a:sym typeface="Roboto"/>
              </a:defRPr>
            </a:lvl9pPr>
          </a:lstStyle>
          <a:p>
            <a:pPr marL="457200" lvl="3" indent="-419100">
              <a:spcBef>
                <a:spcPts val="600"/>
              </a:spcBef>
              <a:buClr>
                <a:schemeClr val="accent3"/>
              </a:buClr>
              <a:buSzPts val="3000"/>
              <a:buFont typeface="Roboto"/>
              <a:buChar char="▸"/>
            </a:pPr>
            <a:r>
              <a:rPr lang="en-US"/>
              <a:t>Với số lượng người dùng internet ngày càng lớn đòi hỏi các chuyên gia công nghệ phải đưa ra các giải pháp xử lý nguồn dữ liệu lớn một cách hiệu quả nhất</a:t>
            </a:r>
            <a:endParaRPr lang="en-US" smtClean="0"/>
          </a:p>
          <a:p>
            <a:pPr marL="457200" lvl="3" indent="-419100">
              <a:spcBef>
                <a:spcPts val="600"/>
              </a:spcBef>
              <a:buClr>
                <a:schemeClr val="accent3"/>
              </a:buClr>
              <a:buSzPts val="3000"/>
              <a:buFont typeface="Roboto"/>
              <a:buChar char="▸"/>
            </a:pPr>
            <a:r>
              <a:rPr lang="en-US"/>
              <a:t>Big Data đã mang đến cho các doanh nghiệp cơ hội tiếp cận và lưu trữ một số lượng lớn dữ </a:t>
            </a:r>
            <a:r>
              <a:rPr lang="en-US" smtClean="0"/>
              <a:t>liệu</a:t>
            </a:r>
          </a:p>
        </p:txBody>
      </p:sp>
    </p:spTree>
    <p:extLst>
      <p:ext uri="{BB962C8B-B14F-4D97-AF65-F5344CB8AC3E}">
        <p14:creationId xmlns:p14="http://schemas.microsoft.com/office/powerpoint/2010/main" val="122207836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18"/>
          <p:cNvSpPr txBox="1">
            <a:spLocks noGrp="1"/>
          </p:cNvSpPr>
          <p:nvPr>
            <p:ph type="title"/>
          </p:nvPr>
        </p:nvSpPr>
        <p:spPr>
          <a:xfrm>
            <a:off x="109075" y="1626750"/>
            <a:ext cx="1807200" cy="857400"/>
          </a:xfrm>
          <a:prstGeom prst="rect">
            <a:avLst/>
          </a:prstGeom>
        </p:spPr>
        <p:txBody>
          <a:bodyPr spcFirstLastPara="1" wrap="square" lIns="91425" tIns="91425" rIns="91425" bIns="91425" anchor="t" anchorCtr="0">
            <a:noAutofit/>
          </a:bodyPr>
          <a:lstStyle/>
          <a:p>
            <a:pPr lvl="1"/>
            <a:r>
              <a:rPr lang="en-US" sz="2400"/>
              <a:t>Ngành Thiết kế Đồ họa</a:t>
            </a:r>
            <a:r>
              <a:rPr lang="en-US" sz="2400" smtClean="0"/>
              <a:t>/ Game/ </a:t>
            </a:r>
            <a:r>
              <a:rPr lang="en-US" sz="2000" smtClean="0"/>
              <a:t>Multimedia</a:t>
            </a:r>
            <a:endParaRPr lang="en-US" sz="2000"/>
          </a:p>
        </p:txBody>
      </p:sp>
      <p:sp>
        <p:nvSpPr>
          <p:cNvPr id="97" name="Google Shape;97;p18"/>
          <p:cNvSpPr txBox="1">
            <a:spLocks noGrp="1"/>
          </p:cNvSpPr>
          <p:nvPr>
            <p:ph type="body" idx="1"/>
          </p:nvPr>
        </p:nvSpPr>
        <p:spPr>
          <a:xfrm>
            <a:off x="2111828" y="2367653"/>
            <a:ext cx="7032173" cy="2297896"/>
          </a:xfrm>
          <a:prstGeom prst="rect">
            <a:avLst/>
          </a:prstGeom>
        </p:spPr>
        <p:txBody>
          <a:bodyPr spcFirstLastPara="1" wrap="square" lIns="91425" tIns="91425" rIns="91425" bIns="91425" anchor="t" anchorCtr="0">
            <a:noAutofit/>
          </a:bodyPr>
          <a:lstStyle/>
          <a:p>
            <a:pPr marL="457200" lvl="0" indent="-419100" algn="l" rtl="0">
              <a:spcBef>
                <a:spcPts val="600"/>
              </a:spcBef>
              <a:spcAft>
                <a:spcPts val="0"/>
              </a:spcAft>
              <a:buClr>
                <a:schemeClr val="accent3"/>
              </a:buClr>
              <a:buSzPts val="3000"/>
              <a:buChar char="▸"/>
            </a:pPr>
            <a:r>
              <a:rPr lang="en-US" smtClean="0"/>
              <a:t>Công việc</a:t>
            </a:r>
          </a:p>
          <a:p>
            <a:pPr marL="457200" lvl="3" indent="-419100">
              <a:spcBef>
                <a:spcPts val="600"/>
              </a:spcBef>
              <a:buClr>
                <a:schemeClr val="accent3"/>
              </a:buClr>
              <a:buSzPts val="3000"/>
              <a:buFont typeface="Roboto"/>
              <a:buChar char="▸"/>
            </a:pPr>
            <a:r>
              <a:rPr lang="en-US"/>
              <a:t>Chuyên viên tư vấn, thiết kế</a:t>
            </a:r>
          </a:p>
          <a:p>
            <a:pPr marL="457200" lvl="3" indent="-419100">
              <a:spcBef>
                <a:spcPts val="600"/>
              </a:spcBef>
              <a:buClr>
                <a:schemeClr val="accent3"/>
              </a:buClr>
              <a:buSzPts val="3000"/>
              <a:buFont typeface="Roboto"/>
              <a:buChar char="▸"/>
            </a:pPr>
            <a:r>
              <a:rPr lang="en-US"/>
              <a:t>Thiết kế tự do (freelancer)</a:t>
            </a:r>
          </a:p>
          <a:p>
            <a:pPr marL="457200" lvl="3" indent="-419100">
              <a:spcBef>
                <a:spcPts val="600"/>
              </a:spcBef>
              <a:buClr>
                <a:schemeClr val="accent3"/>
              </a:buClr>
              <a:buSzPts val="3000"/>
              <a:buFont typeface="Roboto"/>
              <a:buChar char="▸"/>
            </a:pPr>
            <a:r>
              <a:rPr lang="en-US"/>
              <a:t>Tư vấn – giảng dạy tại các trường học, trung tâm, câu lạc bộ về thiết kế đồ họa.</a:t>
            </a:r>
          </a:p>
          <a:p>
            <a:pPr marL="457200" lvl="3" indent="-419100">
              <a:spcBef>
                <a:spcPts val="600"/>
              </a:spcBef>
              <a:buClr>
                <a:schemeClr val="accent3"/>
              </a:buClr>
              <a:buSzPts val="3000"/>
              <a:buFont typeface="Roboto"/>
              <a:buChar char="▸"/>
            </a:pPr>
            <a:endParaRPr lang="en-US"/>
          </a:p>
          <a:p>
            <a:pPr marL="457200" lvl="3" indent="-419100">
              <a:spcBef>
                <a:spcPts val="600"/>
              </a:spcBef>
              <a:buClr>
                <a:schemeClr val="accent3"/>
              </a:buClr>
              <a:buSzPts val="3000"/>
              <a:buFont typeface="Roboto"/>
              <a:buChar char="▸"/>
            </a:pPr>
            <a:endParaRPr lang="en-US"/>
          </a:p>
          <a:p>
            <a:pPr marL="457200" lvl="3" indent="-419100">
              <a:spcBef>
                <a:spcPts val="600"/>
              </a:spcBef>
              <a:buClr>
                <a:schemeClr val="accent3"/>
              </a:buClr>
              <a:buSzPts val="3000"/>
              <a:buFont typeface="Roboto"/>
              <a:buChar char="▸"/>
            </a:pPr>
            <a:endParaRPr lang="en-US" sz="1800" smtClean="0"/>
          </a:p>
          <a:p>
            <a:pPr>
              <a:buClr>
                <a:schemeClr val="accent3"/>
              </a:buClr>
            </a:pPr>
            <a:endParaRPr lang="en-US" sz="1800"/>
          </a:p>
          <a:p>
            <a:pPr lvl="0">
              <a:buClr>
                <a:schemeClr val="accent3"/>
              </a:buClr>
            </a:pPr>
            <a:endParaRPr lang="en-US" sz="1800" smtClean="0"/>
          </a:p>
          <a:p>
            <a:pPr marL="457200" lvl="0" indent="-419100" algn="l" rtl="0">
              <a:spcBef>
                <a:spcPts val="600"/>
              </a:spcBef>
              <a:spcAft>
                <a:spcPts val="0"/>
              </a:spcAft>
              <a:buClr>
                <a:schemeClr val="accent3"/>
              </a:buClr>
              <a:buSzPts val="3000"/>
              <a:buChar char="▸"/>
            </a:pPr>
            <a:endParaRPr/>
          </a:p>
        </p:txBody>
      </p:sp>
      <p:sp>
        <p:nvSpPr>
          <p:cNvPr id="98" name="Google Shape;98;p18"/>
          <p:cNvSpPr txBox="1">
            <a:spLocks noGrp="1"/>
          </p:cNvSpPr>
          <p:nvPr>
            <p:ph type="sldNum" idx="12"/>
          </p:nvPr>
        </p:nvSpPr>
        <p:spPr>
          <a:xfrm>
            <a:off x="109075" y="146024"/>
            <a:ext cx="1807200" cy="1252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fld id="{00000000-1234-1234-1234-123412341234}" type="slidenum">
              <a:rPr lang="en"/>
              <a:t>15</a:t>
            </a:fld>
            <a:endParaRPr/>
          </a:p>
        </p:txBody>
      </p:sp>
      <p:sp>
        <p:nvSpPr>
          <p:cNvPr id="5" name="Google Shape;97;p18"/>
          <p:cNvSpPr txBox="1">
            <a:spLocks/>
          </p:cNvSpPr>
          <p:nvPr/>
        </p:nvSpPr>
        <p:spPr>
          <a:xfrm>
            <a:off x="2111828" y="388464"/>
            <a:ext cx="6955971" cy="1731839"/>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419100" algn="l" rtl="0">
              <a:lnSpc>
                <a:spcPct val="100000"/>
              </a:lnSpc>
              <a:spcBef>
                <a:spcPts val="600"/>
              </a:spcBef>
              <a:spcAft>
                <a:spcPts val="0"/>
              </a:spcAft>
              <a:buClr>
                <a:srgbClr val="6FA8DC"/>
              </a:buClr>
              <a:buSzPts val="3000"/>
              <a:buFont typeface="Roboto"/>
              <a:buChar char="▸"/>
              <a:defRPr sz="3000" b="0" i="0" u="none" strike="noStrike" cap="none">
                <a:solidFill>
                  <a:schemeClr val="dk1"/>
                </a:solidFill>
                <a:latin typeface="Roboto"/>
                <a:ea typeface="Roboto"/>
                <a:cs typeface="Roboto"/>
                <a:sym typeface="Roboto"/>
              </a:defRPr>
            </a:lvl1pPr>
            <a:lvl2pPr marL="914400" marR="0" lvl="1" indent="-381000" algn="l" rtl="0">
              <a:lnSpc>
                <a:spcPct val="100000"/>
              </a:lnSpc>
              <a:spcBef>
                <a:spcPts val="0"/>
              </a:spcBef>
              <a:spcAft>
                <a:spcPts val="0"/>
              </a:spcAft>
              <a:buClr>
                <a:srgbClr val="6FA8DC"/>
              </a:buClr>
              <a:buSzPts val="2400"/>
              <a:buFont typeface="Roboto"/>
              <a:buChar char="▹"/>
              <a:defRPr sz="2400" b="0" i="0" u="none" strike="noStrike" cap="none">
                <a:solidFill>
                  <a:schemeClr val="dk1"/>
                </a:solidFill>
                <a:latin typeface="Roboto"/>
                <a:ea typeface="Roboto"/>
                <a:cs typeface="Roboto"/>
                <a:sym typeface="Roboto"/>
              </a:defRPr>
            </a:lvl2pPr>
            <a:lvl3pPr marL="1371600" marR="0" lvl="2" indent="-381000" algn="l" rtl="0">
              <a:lnSpc>
                <a:spcPct val="100000"/>
              </a:lnSpc>
              <a:spcBef>
                <a:spcPts val="0"/>
              </a:spcBef>
              <a:spcAft>
                <a:spcPts val="0"/>
              </a:spcAft>
              <a:buClr>
                <a:srgbClr val="6FA8DC"/>
              </a:buClr>
              <a:buSzPts val="2400"/>
              <a:buFont typeface="Roboto"/>
              <a:buChar char="■"/>
              <a:defRPr sz="2400" b="0" i="0" u="none" strike="noStrike" cap="none">
                <a:solidFill>
                  <a:schemeClr val="dk1"/>
                </a:solidFill>
                <a:latin typeface="Roboto"/>
                <a:ea typeface="Roboto"/>
                <a:cs typeface="Roboto"/>
                <a:sym typeface="Roboto"/>
              </a:defRPr>
            </a:lvl3pPr>
            <a:lvl4pPr marL="1828800" marR="0" lvl="3" indent="-342900" algn="l" rtl="0">
              <a:lnSpc>
                <a:spcPct val="100000"/>
              </a:lnSpc>
              <a:spcBef>
                <a:spcPts val="0"/>
              </a:spcBef>
              <a:spcAft>
                <a:spcPts val="0"/>
              </a:spcAft>
              <a:buClr>
                <a:srgbClr val="6FA8DC"/>
              </a:buClr>
              <a:buSzPts val="1800"/>
              <a:buFont typeface="Roboto"/>
              <a:buChar char="●"/>
              <a:defRPr sz="1800" b="0" i="0" u="none" strike="noStrike" cap="none">
                <a:solidFill>
                  <a:schemeClr val="dk1"/>
                </a:solidFill>
                <a:latin typeface="Roboto"/>
                <a:ea typeface="Roboto"/>
                <a:cs typeface="Roboto"/>
                <a:sym typeface="Roboto"/>
              </a:defRPr>
            </a:lvl4pPr>
            <a:lvl5pPr marL="2286000" marR="0" lvl="4" indent="-342900" algn="l" rtl="0">
              <a:lnSpc>
                <a:spcPct val="100000"/>
              </a:lnSpc>
              <a:spcBef>
                <a:spcPts val="0"/>
              </a:spcBef>
              <a:spcAft>
                <a:spcPts val="0"/>
              </a:spcAft>
              <a:buClr>
                <a:schemeClr val="dk1"/>
              </a:buClr>
              <a:buSzPts val="1800"/>
              <a:buFont typeface="Roboto"/>
              <a:buChar char="○"/>
              <a:defRPr sz="1800" b="0" i="0" u="none" strike="noStrike" cap="none">
                <a:solidFill>
                  <a:schemeClr val="dk1"/>
                </a:solidFill>
                <a:latin typeface="Roboto"/>
                <a:ea typeface="Roboto"/>
                <a:cs typeface="Roboto"/>
                <a:sym typeface="Roboto"/>
              </a:defRPr>
            </a:lvl5pPr>
            <a:lvl6pPr marL="2743200" marR="0" lvl="5" indent="-342900" algn="l" rtl="0">
              <a:lnSpc>
                <a:spcPct val="100000"/>
              </a:lnSpc>
              <a:spcBef>
                <a:spcPts val="0"/>
              </a:spcBef>
              <a:spcAft>
                <a:spcPts val="0"/>
              </a:spcAft>
              <a:buClr>
                <a:schemeClr val="dk1"/>
              </a:buClr>
              <a:buSzPts val="1800"/>
              <a:buFont typeface="Roboto"/>
              <a:buChar char="■"/>
              <a:defRPr sz="1800" b="0" i="0" u="none" strike="noStrike" cap="none">
                <a:solidFill>
                  <a:schemeClr val="dk1"/>
                </a:solidFill>
                <a:latin typeface="Roboto"/>
                <a:ea typeface="Roboto"/>
                <a:cs typeface="Roboto"/>
                <a:sym typeface="Roboto"/>
              </a:defRPr>
            </a:lvl6pPr>
            <a:lvl7pPr marL="3200400" marR="0" lvl="6" indent="-342900" algn="l" rtl="0">
              <a:lnSpc>
                <a:spcPct val="100000"/>
              </a:lnSpc>
              <a:spcBef>
                <a:spcPts val="0"/>
              </a:spcBef>
              <a:spcAft>
                <a:spcPts val="0"/>
              </a:spcAft>
              <a:buClr>
                <a:schemeClr val="dk1"/>
              </a:buClr>
              <a:buSzPts val="1800"/>
              <a:buFont typeface="Roboto"/>
              <a:buChar char="●"/>
              <a:defRPr sz="1800" b="0" i="0" u="none" strike="noStrike" cap="none">
                <a:solidFill>
                  <a:schemeClr val="dk1"/>
                </a:solidFill>
                <a:latin typeface="Roboto"/>
                <a:ea typeface="Roboto"/>
                <a:cs typeface="Roboto"/>
                <a:sym typeface="Roboto"/>
              </a:defRPr>
            </a:lvl7pPr>
            <a:lvl8pPr marL="3657600" marR="0" lvl="7" indent="-342900" algn="l" rtl="0">
              <a:lnSpc>
                <a:spcPct val="100000"/>
              </a:lnSpc>
              <a:spcBef>
                <a:spcPts val="0"/>
              </a:spcBef>
              <a:spcAft>
                <a:spcPts val="0"/>
              </a:spcAft>
              <a:buClr>
                <a:schemeClr val="dk1"/>
              </a:buClr>
              <a:buSzPts val="1800"/>
              <a:buFont typeface="Roboto"/>
              <a:buChar char="○"/>
              <a:defRPr sz="1800" b="0" i="0" u="none" strike="noStrike" cap="none">
                <a:solidFill>
                  <a:schemeClr val="dk1"/>
                </a:solidFill>
                <a:latin typeface="Roboto"/>
                <a:ea typeface="Roboto"/>
                <a:cs typeface="Roboto"/>
                <a:sym typeface="Roboto"/>
              </a:defRPr>
            </a:lvl8pPr>
            <a:lvl9pPr marL="4114800" marR="0" lvl="8" indent="-342900" algn="l" rtl="0">
              <a:lnSpc>
                <a:spcPct val="100000"/>
              </a:lnSpc>
              <a:spcBef>
                <a:spcPts val="0"/>
              </a:spcBef>
              <a:spcAft>
                <a:spcPts val="0"/>
              </a:spcAft>
              <a:buClr>
                <a:schemeClr val="dk1"/>
              </a:buClr>
              <a:buSzPts val="1800"/>
              <a:buFont typeface="Roboto"/>
              <a:buChar char="■"/>
              <a:defRPr sz="1800" b="0" i="0" u="none" strike="noStrike" cap="none">
                <a:solidFill>
                  <a:schemeClr val="dk1"/>
                </a:solidFill>
                <a:latin typeface="Roboto"/>
                <a:ea typeface="Roboto"/>
                <a:cs typeface="Roboto"/>
                <a:sym typeface="Roboto"/>
              </a:defRPr>
            </a:lvl9pPr>
          </a:lstStyle>
          <a:p>
            <a:pPr marL="457200" lvl="3" indent="-419100">
              <a:spcBef>
                <a:spcPts val="600"/>
              </a:spcBef>
              <a:buClr>
                <a:schemeClr val="accent3"/>
              </a:buClr>
              <a:buSzPts val="3000"/>
              <a:buFont typeface="Roboto"/>
              <a:buChar char="▸"/>
            </a:pPr>
            <a:r>
              <a:rPr lang="en-US"/>
              <a:t>Đây là ngành của nghệ thuật ứng dụng</a:t>
            </a:r>
            <a:endParaRPr lang="en-US" smtClean="0"/>
          </a:p>
          <a:p>
            <a:pPr marL="457200" lvl="3" indent="-419100">
              <a:spcBef>
                <a:spcPts val="600"/>
              </a:spcBef>
              <a:buClr>
                <a:schemeClr val="accent3"/>
              </a:buClr>
              <a:buSzPts val="3000"/>
              <a:buFont typeface="Roboto"/>
              <a:buChar char="▸"/>
            </a:pPr>
            <a:r>
              <a:rPr lang="en-US"/>
              <a:t>S</a:t>
            </a:r>
            <a:r>
              <a:rPr lang="en-US" smtClean="0"/>
              <a:t>ử </a:t>
            </a:r>
            <a:r>
              <a:rPr lang="en-US"/>
              <a:t>dụng công cụ, các phần mềm đồ </a:t>
            </a:r>
            <a:r>
              <a:rPr lang="en-US" smtClean="0"/>
              <a:t>họa</a:t>
            </a:r>
          </a:p>
          <a:p>
            <a:pPr marL="457200" lvl="3" indent="-419100">
              <a:spcBef>
                <a:spcPts val="600"/>
              </a:spcBef>
              <a:buClr>
                <a:schemeClr val="accent3"/>
              </a:buClr>
              <a:buSzPts val="3000"/>
              <a:buFont typeface="Roboto"/>
              <a:buChar char="▸"/>
            </a:pPr>
            <a:r>
              <a:rPr lang="en-US"/>
              <a:t>thiết kế hình ảnh, nhân vật cho phim hoạt hình, game và tạo nên những sản phẩm đa phương tiện khác</a:t>
            </a:r>
          </a:p>
          <a:p>
            <a:pPr marL="457200" lvl="3" indent="-419100">
              <a:spcBef>
                <a:spcPts val="600"/>
              </a:spcBef>
              <a:buClr>
                <a:schemeClr val="accent3"/>
              </a:buClr>
              <a:buSzPts val="3000"/>
              <a:buFont typeface="Roboto"/>
              <a:buChar char="▸"/>
            </a:pPr>
            <a:endParaRPr lang="en-US" smtClean="0"/>
          </a:p>
        </p:txBody>
      </p:sp>
    </p:spTree>
    <p:extLst>
      <p:ext uri="{BB962C8B-B14F-4D97-AF65-F5344CB8AC3E}">
        <p14:creationId xmlns:p14="http://schemas.microsoft.com/office/powerpoint/2010/main" val="64367504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02"/>
        <p:cNvGrpSpPr/>
        <p:nvPr/>
      </p:nvGrpSpPr>
      <p:grpSpPr>
        <a:xfrm>
          <a:off x="0" y="0"/>
          <a:ext cx="0" cy="0"/>
          <a:chOff x="0" y="0"/>
          <a:chExt cx="0" cy="0"/>
        </a:xfrm>
      </p:grpSpPr>
      <p:sp>
        <p:nvSpPr>
          <p:cNvPr id="103" name="Google Shape;103;p19"/>
          <p:cNvSpPr txBox="1">
            <a:spLocks noGrp="1"/>
          </p:cNvSpPr>
          <p:nvPr>
            <p:ph type="ctrTitle" idx="4294967295"/>
          </p:nvPr>
        </p:nvSpPr>
        <p:spPr>
          <a:xfrm>
            <a:off x="1415230" y="3163561"/>
            <a:ext cx="6770914" cy="1159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4400" smtClean="0"/>
              <a:t>Một số nghề nghiệp</a:t>
            </a:r>
            <a:endParaRPr sz="4400"/>
          </a:p>
        </p:txBody>
      </p:sp>
      <p:sp>
        <p:nvSpPr>
          <p:cNvPr id="105" name="Google Shape;105;p19"/>
          <p:cNvSpPr txBox="1">
            <a:spLocks noGrp="1"/>
          </p:cNvSpPr>
          <p:nvPr>
            <p:ph type="sldNum" idx="12"/>
          </p:nvPr>
        </p:nvSpPr>
        <p:spPr>
          <a:xfrm>
            <a:off x="109075" y="146024"/>
            <a:ext cx="1807200" cy="1252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fld id="{00000000-1234-1234-1234-123412341234}" type="slidenum">
              <a:rPr lang="en">
                <a:solidFill>
                  <a:srgbClr val="0B5394"/>
                </a:solidFill>
              </a:rPr>
              <a:t>16</a:t>
            </a:fld>
            <a:endParaRPr>
              <a:solidFill>
                <a:srgbClr val="0B5394"/>
              </a:solidFill>
            </a:endParaRPr>
          </a:p>
        </p:txBody>
      </p:sp>
      <p:sp>
        <p:nvSpPr>
          <p:cNvPr id="106" name="Google Shape;106;p19"/>
          <p:cNvSpPr/>
          <p:nvPr/>
        </p:nvSpPr>
        <p:spPr>
          <a:xfrm>
            <a:off x="1836939" y="988479"/>
            <a:ext cx="317310" cy="302979"/>
          </a:xfrm>
          <a:custGeom>
            <a:avLst/>
            <a:gdLst/>
            <a:ahLst/>
            <a:cxnLst/>
            <a:rect l="l" t="t" r="r" b="b"/>
            <a:pathLst>
              <a:path w="15101" h="14419" fill="none" extrusionOk="0">
                <a:moveTo>
                  <a:pt x="7234" y="293"/>
                </a:moveTo>
                <a:lnTo>
                  <a:pt x="7234" y="293"/>
                </a:lnTo>
                <a:lnTo>
                  <a:pt x="7307" y="171"/>
                </a:lnTo>
                <a:lnTo>
                  <a:pt x="7380" y="74"/>
                </a:lnTo>
                <a:lnTo>
                  <a:pt x="7477" y="25"/>
                </a:lnTo>
                <a:lnTo>
                  <a:pt x="7550" y="1"/>
                </a:lnTo>
                <a:lnTo>
                  <a:pt x="7623" y="25"/>
                </a:lnTo>
                <a:lnTo>
                  <a:pt x="7721" y="74"/>
                </a:lnTo>
                <a:lnTo>
                  <a:pt x="7794" y="171"/>
                </a:lnTo>
                <a:lnTo>
                  <a:pt x="7867" y="293"/>
                </a:lnTo>
                <a:lnTo>
                  <a:pt x="9523" y="4092"/>
                </a:lnTo>
                <a:lnTo>
                  <a:pt x="9523" y="4092"/>
                </a:lnTo>
                <a:lnTo>
                  <a:pt x="9596" y="4214"/>
                </a:lnTo>
                <a:lnTo>
                  <a:pt x="9718" y="4360"/>
                </a:lnTo>
                <a:lnTo>
                  <a:pt x="9840" y="4482"/>
                </a:lnTo>
                <a:lnTo>
                  <a:pt x="9986" y="4604"/>
                </a:lnTo>
                <a:lnTo>
                  <a:pt x="10132" y="4701"/>
                </a:lnTo>
                <a:lnTo>
                  <a:pt x="10302" y="4774"/>
                </a:lnTo>
                <a:lnTo>
                  <a:pt x="10449" y="4847"/>
                </a:lnTo>
                <a:lnTo>
                  <a:pt x="10619" y="4872"/>
                </a:lnTo>
                <a:lnTo>
                  <a:pt x="14711" y="5286"/>
                </a:lnTo>
                <a:lnTo>
                  <a:pt x="14711" y="5286"/>
                </a:lnTo>
                <a:lnTo>
                  <a:pt x="14857" y="5310"/>
                </a:lnTo>
                <a:lnTo>
                  <a:pt x="14979" y="5359"/>
                </a:lnTo>
                <a:lnTo>
                  <a:pt x="15052" y="5407"/>
                </a:lnTo>
                <a:lnTo>
                  <a:pt x="15100" y="5505"/>
                </a:lnTo>
                <a:lnTo>
                  <a:pt x="15100" y="5578"/>
                </a:lnTo>
                <a:lnTo>
                  <a:pt x="15076" y="5675"/>
                </a:lnTo>
                <a:lnTo>
                  <a:pt x="15027" y="5773"/>
                </a:lnTo>
                <a:lnTo>
                  <a:pt x="14906" y="5895"/>
                </a:lnTo>
                <a:lnTo>
                  <a:pt x="11837" y="8622"/>
                </a:lnTo>
                <a:lnTo>
                  <a:pt x="11837" y="8622"/>
                </a:lnTo>
                <a:lnTo>
                  <a:pt x="11715" y="8744"/>
                </a:lnTo>
                <a:lnTo>
                  <a:pt x="11618" y="8890"/>
                </a:lnTo>
                <a:lnTo>
                  <a:pt x="11545" y="9061"/>
                </a:lnTo>
                <a:lnTo>
                  <a:pt x="11472" y="9231"/>
                </a:lnTo>
                <a:lnTo>
                  <a:pt x="11423" y="9402"/>
                </a:lnTo>
                <a:lnTo>
                  <a:pt x="11398" y="9572"/>
                </a:lnTo>
                <a:lnTo>
                  <a:pt x="11398" y="9743"/>
                </a:lnTo>
                <a:lnTo>
                  <a:pt x="11423" y="9913"/>
                </a:lnTo>
                <a:lnTo>
                  <a:pt x="12300" y="13956"/>
                </a:lnTo>
                <a:lnTo>
                  <a:pt x="12300" y="13956"/>
                </a:lnTo>
                <a:lnTo>
                  <a:pt x="12324" y="14102"/>
                </a:lnTo>
                <a:lnTo>
                  <a:pt x="12300" y="14200"/>
                </a:lnTo>
                <a:lnTo>
                  <a:pt x="12275" y="14297"/>
                </a:lnTo>
                <a:lnTo>
                  <a:pt x="12227" y="14370"/>
                </a:lnTo>
                <a:lnTo>
                  <a:pt x="12129" y="14394"/>
                </a:lnTo>
                <a:lnTo>
                  <a:pt x="12032" y="14419"/>
                </a:lnTo>
                <a:lnTo>
                  <a:pt x="11910" y="14370"/>
                </a:lnTo>
                <a:lnTo>
                  <a:pt x="11788" y="14321"/>
                </a:lnTo>
                <a:lnTo>
                  <a:pt x="8232" y="12227"/>
                </a:lnTo>
                <a:lnTo>
                  <a:pt x="8232" y="12227"/>
                </a:lnTo>
                <a:lnTo>
                  <a:pt x="8086" y="12154"/>
                </a:lnTo>
                <a:lnTo>
                  <a:pt x="7916" y="12105"/>
                </a:lnTo>
                <a:lnTo>
                  <a:pt x="7721" y="12081"/>
                </a:lnTo>
                <a:lnTo>
                  <a:pt x="7550" y="12081"/>
                </a:lnTo>
                <a:lnTo>
                  <a:pt x="7380" y="12081"/>
                </a:lnTo>
                <a:lnTo>
                  <a:pt x="7185" y="12105"/>
                </a:lnTo>
                <a:lnTo>
                  <a:pt x="7015" y="12154"/>
                </a:lnTo>
                <a:lnTo>
                  <a:pt x="6868" y="12227"/>
                </a:lnTo>
                <a:lnTo>
                  <a:pt x="3313" y="14321"/>
                </a:lnTo>
                <a:lnTo>
                  <a:pt x="3313" y="14321"/>
                </a:lnTo>
                <a:lnTo>
                  <a:pt x="3191" y="14370"/>
                </a:lnTo>
                <a:lnTo>
                  <a:pt x="3069" y="14419"/>
                </a:lnTo>
                <a:lnTo>
                  <a:pt x="2972" y="14394"/>
                </a:lnTo>
                <a:lnTo>
                  <a:pt x="2874" y="14370"/>
                </a:lnTo>
                <a:lnTo>
                  <a:pt x="2826" y="14297"/>
                </a:lnTo>
                <a:lnTo>
                  <a:pt x="2801" y="14200"/>
                </a:lnTo>
                <a:lnTo>
                  <a:pt x="2777" y="14102"/>
                </a:lnTo>
                <a:lnTo>
                  <a:pt x="2801" y="13956"/>
                </a:lnTo>
                <a:lnTo>
                  <a:pt x="3678" y="9913"/>
                </a:lnTo>
                <a:lnTo>
                  <a:pt x="3678" y="9913"/>
                </a:lnTo>
                <a:lnTo>
                  <a:pt x="3702" y="9743"/>
                </a:lnTo>
                <a:lnTo>
                  <a:pt x="3702" y="9572"/>
                </a:lnTo>
                <a:lnTo>
                  <a:pt x="3678" y="9402"/>
                </a:lnTo>
                <a:lnTo>
                  <a:pt x="3629" y="9231"/>
                </a:lnTo>
                <a:lnTo>
                  <a:pt x="3556" y="9061"/>
                </a:lnTo>
                <a:lnTo>
                  <a:pt x="3483" y="8890"/>
                </a:lnTo>
                <a:lnTo>
                  <a:pt x="3386" y="8744"/>
                </a:lnTo>
                <a:lnTo>
                  <a:pt x="3264" y="8622"/>
                </a:lnTo>
                <a:lnTo>
                  <a:pt x="195" y="5895"/>
                </a:lnTo>
                <a:lnTo>
                  <a:pt x="195" y="5895"/>
                </a:lnTo>
                <a:lnTo>
                  <a:pt x="73" y="5773"/>
                </a:lnTo>
                <a:lnTo>
                  <a:pt x="25" y="5675"/>
                </a:lnTo>
                <a:lnTo>
                  <a:pt x="0" y="5578"/>
                </a:lnTo>
                <a:lnTo>
                  <a:pt x="0" y="5505"/>
                </a:lnTo>
                <a:lnTo>
                  <a:pt x="49" y="5407"/>
                </a:lnTo>
                <a:lnTo>
                  <a:pt x="122" y="5359"/>
                </a:lnTo>
                <a:lnTo>
                  <a:pt x="244" y="5310"/>
                </a:lnTo>
                <a:lnTo>
                  <a:pt x="390" y="5286"/>
                </a:lnTo>
                <a:lnTo>
                  <a:pt x="4482" y="4872"/>
                </a:lnTo>
                <a:lnTo>
                  <a:pt x="4482" y="4872"/>
                </a:lnTo>
                <a:lnTo>
                  <a:pt x="4652" y="4847"/>
                </a:lnTo>
                <a:lnTo>
                  <a:pt x="4798" y="4774"/>
                </a:lnTo>
                <a:lnTo>
                  <a:pt x="4969" y="4701"/>
                </a:lnTo>
                <a:lnTo>
                  <a:pt x="5115" y="4604"/>
                </a:lnTo>
                <a:lnTo>
                  <a:pt x="5261" y="4482"/>
                </a:lnTo>
                <a:lnTo>
                  <a:pt x="5383" y="4360"/>
                </a:lnTo>
                <a:lnTo>
                  <a:pt x="5505" y="4214"/>
                </a:lnTo>
                <a:lnTo>
                  <a:pt x="5578" y="4092"/>
                </a:lnTo>
                <a:lnTo>
                  <a:pt x="7234" y="293"/>
                </a:lnTo>
                <a:close/>
              </a:path>
            </a:pathLst>
          </a:custGeom>
          <a:noFill/>
          <a:ln w="12175" cap="rnd"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07" name="Google Shape;107;p19"/>
          <p:cNvGrpSpPr/>
          <p:nvPr/>
        </p:nvGrpSpPr>
        <p:grpSpPr>
          <a:xfrm>
            <a:off x="2391964" y="496450"/>
            <a:ext cx="1426316" cy="1426403"/>
            <a:chOff x="6643075" y="3664250"/>
            <a:chExt cx="407950" cy="407975"/>
          </a:xfrm>
        </p:grpSpPr>
        <p:sp>
          <p:nvSpPr>
            <p:cNvPr id="108" name="Google Shape;108;p19"/>
            <p:cNvSpPr/>
            <p:nvPr/>
          </p:nvSpPr>
          <p:spPr>
            <a:xfrm>
              <a:off x="6794075" y="3815250"/>
              <a:ext cx="211300" cy="211300"/>
            </a:xfrm>
            <a:custGeom>
              <a:avLst/>
              <a:gdLst/>
              <a:ahLst/>
              <a:cxnLst/>
              <a:rect l="l" t="t" r="r" b="b"/>
              <a:pathLst>
                <a:path w="8452" h="8452" fill="none" extrusionOk="0">
                  <a:moveTo>
                    <a:pt x="0" y="8135"/>
                  </a:moveTo>
                  <a:lnTo>
                    <a:pt x="0" y="8135"/>
                  </a:lnTo>
                  <a:lnTo>
                    <a:pt x="438" y="8257"/>
                  </a:lnTo>
                  <a:lnTo>
                    <a:pt x="852" y="8354"/>
                  </a:lnTo>
                  <a:lnTo>
                    <a:pt x="1291" y="8403"/>
                  </a:lnTo>
                  <a:lnTo>
                    <a:pt x="1729" y="8452"/>
                  </a:lnTo>
                  <a:lnTo>
                    <a:pt x="2168" y="8452"/>
                  </a:lnTo>
                  <a:lnTo>
                    <a:pt x="2606" y="8427"/>
                  </a:lnTo>
                  <a:lnTo>
                    <a:pt x="3020" y="8378"/>
                  </a:lnTo>
                  <a:lnTo>
                    <a:pt x="3458" y="8281"/>
                  </a:lnTo>
                  <a:lnTo>
                    <a:pt x="3872" y="8184"/>
                  </a:lnTo>
                  <a:lnTo>
                    <a:pt x="4311" y="8037"/>
                  </a:lnTo>
                  <a:lnTo>
                    <a:pt x="4701" y="7867"/>
                  </a:lnTo>
                  <a:lnTo>
                    <a:pt x="5115" y="7672"/>
                  </a:lnTo>
                  <a:lnTo>
                    <a:pt x="5504" y="7429"/>
                  </a:lnTo>
                  <a:lnTo>
                    <a:pt x="5870" y="7185"/>
                  </a:lnTo>
                  <a:lnTo>
                    <a:pt x="6235" y="6893"/>
                  </a:lnTo>
                  <a:lnTo>
                    <a:pt x="6576" y="6576"/>
                  </a:lnTo>
                  <a:lnTo>
                    <a:pt x="6576" y="6576"/>
                  </a:lnTo>
                  <a:lnTo>
                    <a:pt x="6892" y="6235"/>
                  </a:lnTo>
                  <a:lnTo>
                    <a:pt x="7185" y="5870"/>
                  </a:lnTo>
                  <a:lnTo>
                    <a:pt x="7428" y="5505"/>
                  </a:lnTo>
                  <a:lnTo>
                    <a:pt x="7672" y="5115"/>
                  </a:lnTo>
                  <a:lnTo>
                    <a:pt x="7867" y="4701"/>
                  </a:lnTo>
                  <a:lnTo>
                    <a:pt x="8037" y="4311"/>
                  </a:lnTo>
                  <a:lnTo>
                    <a:pt x="8183" y="3873"/>
                  </a:lnTo>
                  <a:lnTo>
                    <a:pt x="8281" y="3459"/>
                  </a:lnTo>
                  <a:lnTo>
                    <a:pt x="8378" y="3020"/>
                  </a:lnTo>
                  <a:lnTo>
                    <a:pt x="8427" y="2606"/>
                  </a:lnTo>
                  <a:lnTo>
                    <a:pt x="8451" y="2168"/>
                  </a:lnTo>
                  <a:lnTo>
                    <a:pt x="8451" y="1730"/>
                  </a:lnTo>
                  <a:lnTo>
                    <a:pt x="8402" y="1291"/>
                  </a:lnTo>
                  <a:lnTo>
                    <a:pt x="8354" y="853"/>
                  </a:lnTo>
                  <a:lnTo>
                    <a:pt x="8256" y="439"/>
                  </a:lnTo>
                  <a:lnTo>
                    <a:pt x="8135" y="0"/>
                  </a:lnTo>
                </a:path>
              </a:pathLst>
            </a:custGeom>
            <a:noFill/>
            <a:ln w="12175" cap="rnd"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 name="Google Shape;109;p19"/>
            <p:cNvSpPr/>
            <p:nvPr/>
          </p:nvSpPr>
          <p:spPr>
            <a:xfrm>
              <a:off x="6643075" y="3664250"/>
              <a:ext cx="407950" cy="407975"/>
            </a:xfrm>
            <a:custGeom>
              <a:avLst/>
              <a:gdLst/>
              <a:ahLst/>
              <a:cxnLst/>
              <a:rect l="l" t="t" r="r" b="b"/>
              <a:pathLst>
                <a:path w="16318" h="16319" fill="none" extrusionOk="0">
                  <a:moveTo>
                    <a:pt x="16074" y="244"/>
                  </a:moveTo>
                  <a:lnTo>
                    <a:pt x="16074" y="244"/>
                  </a:lnTo>
                  <a:lnTo>
                    <a:pt x="15928" y="122"/>
                  </a:lnTo>
                  <a:lnTo>
                    <a:pt x="15758" y="49"/>
                  </a:lnTo>
                  <a:lnTo>
                    <a:pt x="15538" y="0"/>
                  </a:lnTo>
                  <a:lnTo>
                    <a:pt x="15319" y="0"/>
                  </a:lnTo>
                  <a:lnTo>
                    <a:pt x="15051" y="25"/>
                  </a:lnTo>
                  <a:lnTo>
                    <a:pt x="14759" y="73"/>
                  </a:lnTo>
                  <a:lnTo>
                    <a:pt x="14442" y="171"/>
                  </a:lnTo>
                  <a:lnTo>
                    <a:pt x="14102" y="293"/>
                  </a:lnTo>
                  <a:lnTo>
                    <a:pt x="13736" y="439"/>
                  </a:lnTo>
                  <a:lnTo>
                    <a:pt x="13347" y="609"/>
                  </a:lnTo>
                  <a:lnTo>
                    <a:pt x="12957" y="828"/>
                  </a:lnTo>
                  <a:lnTo>
                    <a:pt x="12543" y="1048"/>
                  </a:lnTo>
                  <a:lnTo>
                    <a:pt x="11666" y="1608"/>
                  </a:lnTo>
                  <a:lnTo>
                    <a:pt x="10716" y="2265"/>
                  </a:lnTo>
                  <a:lnTo>
                    <a:pt x="10716" y="2265"/>
                  </a:lnTo>
                  <a:lnTo>
                    <a:pt x="10278" y="2095"/>
                  </a:lnTo>
                  <a:lnTo>
                    <a:pt x="9815" y="1949"/>
                  </a:lnTo>
                  <a:lnTo>
                    <a:pt x="9352" y="1851"/>
                  </a:lnTo>
                  <a:lnTo>
                    <a:pt x="8890" y="1778"/>
                  </a:lnTo>
                  <a:lnTo>
                    <a:pt x="8427" y="1730"/>
                  </a:lnTo>
                  <a:lnTo>
                    <a:pt x="7940" y="1730"/>
                  </a:lnTo>
                  <a:lnTo>
                    <a:pt x="7477" y="1778"/>
                  </a:lnTo>
                  <a:lnTo>
                    <a:pt x="7014" y="1827"/>
                  </a:lnTo>
                  <a:lnTo>
                    <a:pt x="6551" y="1924"/>
                  </a:lnTo>
                  <a:lnTo>
                    <a:pt x="6089" y="2070"/>
                  </a:lnTo>
                  <a:lnTo>
                    <a:pt x="5650" y="2241"/>
                  </a:lnTo>
                  <a:lnTo>
                    <a:pt x="5212" y="2436"/>
                  </a:lnTo>
                  <a:lnTo>
                    <a:pt x="4774" y="2679"/>
                  </a:lnTo>
                  <a:lnTo>
                    <a:pt x="4384" y="2972"/>
                  </a:lnTo>
                  <a:lnTo>
                    <a:pt x="3994" y="3264"/>
                  </a:lnTo>
                  <a:lnTo>
                    <a:pt x="3605" y="3605"/>
                  </a:lnTo>
                  <a:lnTo>
                    <a:pt x="3605" y="3605"/>
                  </a:lnTo>
                  <a:lnTo>
                    <a:pt x="3264" y="3995"/>
                  </a:lnTo>
                  <a:lnTo>
                    <a:pt x="2971" y="4384"/>
                  </a:lnTo>
                  <a:lnTo>
                    <a:pt x="2679" y="4774"/>
                  </a:lnTo>
                  <a:lnTo>
                    <a:pt x="2436" y="5212"/>
                  </a:lnTo>
                  <a:lnTo>
                    <a:pt x="2241" y="5651"/>
                  </a:lnTo>
                  <a:lnTo>
                    <a:pt x="2070" y="6089"/>
                  </a:lnTo>
                  <a:lnTo>
                    <a:pt x="1924" y="6552"/>
                  </a:lnTo>
                  <a:lnTo>
                    <a:pt x="1827" y="7015"/>
                  </a:lnTo>
                  <a:lnTo>
                    <a:pt x="1778" y="7477"/>
                  </a:lnTo>
                  <a:lnTo>
                    <a:pt x="1729" y="7940"/>
                  </a:lnTo>
                  <a:lnTo>
                    <a:pt x="1729" y="8427"/>
                  </a:lnTo>
                  <a:lnTo>
                    <a:pt x="1778" y="8890"/>
                  </a:lnTo>
                  <a:lnTo>
                    <a:pt x="1851" y="9353"/>
                  </a:lnTo>
                  <a:lnTo>
                    <a:pt x="1948" y="9815"/>
                  </a:lnTo>
                  <a:lnTo>
                    <a:pt x="2095" y="10278"/>
                  </a:lnTo>
                  <a:lnTo>
                    <a:pt x="2265" y="10716"/>
                  </a:lnTo>
                  <a:lnTo>
                    <a:pt x="2265" y="10716"/>
                  </a:lnTo>
                  <a:lnTo>
                    <a:pt x="1607" y="11666"/>
                  </a:lnTo>
                  <a:lnTo>
                    <a:pt x="1047" y="12543"/>
                  </a:lnTo>
                  <a:lnTo>
                    <a:pt x="828" y="12957"/>
                  </a:lnTo>
                  <a:lnTo>
                    <a:pt x="609" y="13347"/>
                  </a:lnTo>
                  <a:lnTo>
                    <a:pt x="438" y="13737"/>
                  </a:lnTo>
                  <a:lnTo>
                    <a:pt x="292" y="14102"/>
                  </a:lnTo>
                  <a:lnTo>
                    <a:pt x="170" y="14443"/>
                  </a:lnTo>
                  <a:lnTo>
                    <a:pt x="73" y="14759"/>
                  </a:lnTo>
                  <a:lnTo>
                    <a:pt x="24" y="15052"/>
                  </a:lnTo>
                  <a:lnTo>
                    <a:pt x="0" y="15320"/>
                  </a:lnTo>
                  <a:lnTo>
                    <a:pt x="0" y="15539"/>
                  </a:lnTo>
                  <a:lnTo>
                    <a:pt x="49" y="15758"/>
                  </a:lnTo>
                  <a:lnTo>
                    <a:pt x="122" y="15928"/>
                  </a:lnTo>
                  <a:lnTo>
                    <a:pt x="244" y="16075"/>
                  </a:lnTo>
                  <a:lnTo>
                    <a:pt x="244" y="16075"/>
                  </a:lnTo>
                  <a:lnTo>
                    <a:pt x="341" y="16172"/>
                  </a:lnTo>
                  <a:lnTo>
                    <a:pt x="487" y="16245"/>
                  </a:lnTo>
                  <a:lnTo>
                    <a:pt x="633" y="16294"/>
                  </a:lnTo>
                  <a:lnTo>
                    <a:pt x="804" y="16318"/>
                  </a:lnTo>
                  <a:lnTo>
                    <a:pt x="974" y="16318"/>
                  </a:lnTo>
                  <a:lnTo>
                    <a:pt x="1169" y="16318"/>
                  </a:lnTo>
                  <a:lnTo>
                    <a:pt x="1388" y="16269"/>
                  </a:lnTo>
                  <a:lnTo>
                    <a:pt x="1632" y="16221"/>
                  </a:lnTo>
                  <a:lnTo>
                    <a:pt x="2143" y="16075"/>
                  </a:lnTo>
                  <a:lnTo>
                    <a:pt x="2703" y="15831"/>
                  </a:lnTo>
                  <a:lnTo>
                    <a:pt x="3312" y="15539"/>
                  </a:lnTo>
                  <a:lnTo>
                    <a:pt x="3946" y="15149"/>
                  </a:lnTo>
                  <a:lnTo>
                    <a:pt x="4652" y="14711"/>
                  </a:lnTo>
                  <a:lnTo>
                    <a:pt x="5358" y="14224"/>
                  </a:lnTo>
                  <a:lnTo>
                    <a:pt x="6113" y="13663"/>
                  </a:lnTo>
                  <a:lnTo>
                    <a:pt x="6892" y="13055"/>
                  </a:lnTo>
                  <a:lnTo>
                    <a:pt x="7696" y="12397"/>
                  </a:lnTo>
                  <a:lnTo>
                    <a:pt x="8500" y="11691"/>
                  </a:lnTo>
                  <a:lnTo>
                    <a:pt x="9304" y="10936"/>
                  </a:lnTo>
                  <a:lnTo>
                    <a:pt x="10132" y="10132"/>
                  </a:lnTo>
                  <a:lnTo>
                    <a:pt x="10132" y="10132"/>
                  </a:lnTo>
                  <a:lnTo>
                    <a:pt x="10935" y="9304"/>
                  </a:lnTo>
                  <a:lnTo>
                    <a:pt x="11690" y="8500"/>
                  </a:lnTo>
                  <a:lnTo>
                    <a:pt x="12397" y="7696"/>
                  </a:lnTo>
                  <a:lnTo>
                    <a:pt x="13054" y="6893"/>
                  </a:lnTo>
                  <a:lnTo>
                    <a:pt x="13663" y="6113"/>
                  </a:lnTo>
                  <a:lnTo>
                    <a:pt x="14223" y="5358"/>
                  </a:lnTo>
                  <a:lnTo>
                    <a:pt x="14710" y="4652"/>
                  </a:lnTo>
                  <a:lnTo>
                    <a:pt x="15149" y="3946"/>
                  </a:lnTo>
                  <a:lnTo>
                    <a:pt x="15538" y="3313"/>
                  </a:lnTo>
                  <a:lnTo>
                    <a:pt x="15831" y="2704"/>
                  </a:lnTo>
                  <a:lnTo>
                    <a:pt x="16074" y="2144"/>
                  </a:lnTo>
                  <a:lnTo>
                    <a:pt x="16220" y="1632"/>
                  </a:lnTo>
                  <a:lnTo>
                    <a:pt x="16269" y="1389"/>
                  </a:lnTo>
                  <a:lnTo>
                    <a:pt x="16318" y="1169"/>
                  </a:lnTo>
                  <a:lnTo>
                    <a:pt x="16318" y="975"/>
                  </a:lnTo>
                  <a:lnTo>
                    <a:pt x="16318" y="804"/>
                  </a:lnTo>
                  <a:lnTo>
                    <a:pt x="16293" y="634"/>
                  </a:lnTo>
                  <a:lnTo>
                    <a:pt x="16245" y="487"/>
                  </a:lnTo>
                  <a:lnTo>
                    <a:pt x="16172" y="341"/>
                  </a:lnTo>
                  <a:lnTo>
                    <a:pt x="16074" y="244"/>
                  </a:lnTo>
                  <a:lnTo>
                    <a:pt x="16074" y="244"/>
                  </a:lnTo>
                  <a:close/>
                  <a:moveTo>
                    <a:pt x="1827" y="13810"/>
                  </a:moveTo>
                  <a:lnTo>
                    <a:pt x="1827" y="13810"/>
                  </a:lnTo>
                  <a:lnTo>
                    <a:pt x="1754" y="13737"/>
                  </a:lnTo>
                  <a:lnTo>
                    <a:pt x="1729" y="13639"/>
                  </a:lnTo>
                  <a:lnTo>
                    <a:pt x="1681" y="13542"/>
                  </a:lnTo>
                  <a:lnTo>
                    <a:pt x="1681" y="13444"/>
                  </a:lnTo>
                  <a:lnTo>
                    <a:pt x="1681" y="13176"/>
                  </a:lnTo>
                  <a:lnTo>
                    <a:pt x="1754" y="12884"/>
                  </a:lnTo>
                  <a:lnTo>
                    <a:pt x="1875" y="12519"/>
                  </a:lnTo>
                  <a:lnTo>
                    <a:pt x="2046" y="12153"/>
                  </a:lnTo>
                  <a:lnTo>
                    <a:pt x="2265" y="11715"/>
                  </a:lnTo>
                  <a:lnTo>
                    <a:pt x="2533" y="11277"/>
                  </a:lnTo>
                  <a:lnTo>
                    <a:pt x="2533" y="11277"/>
                  </a:lnTo>
                  <a:lnTo>
                    <a:pt x="2752" y="11642"/>
                  </a:lnTo>
                  <a:lnTo>
                    <a:pt x="3020" y="12007"/>
                  </a:lnTo>
                  <a:lnTo>
                    <a:pt x="3288" y="12373"/>
                  </a:lnTo>
                  <a:lnTo>
                    <a:pt x="3605" y="12714"/>
                  </a:lnTo>
                  <a:lnTo>
                    <a:pt x="3605" y="12714"/>
                  </a:lnTo>
                  <a:lnTo>
                    <a:pt x="3897" y="12957"/>
                  </a:lnTo>
                  <a:lnTo>
                    <a:pt x="4165" y="13201"/>
                  </a:lnTo>
                  <a:lnTo>
                    <a:pt x="4165" y="13201"/>
                  </a:lnTo>
                  <a:lnTo>
                    <a:pt x="3751" y="13444"/>
                  </a:lnTo>
                  <a:lnTo>
                    <a:pt x="3361" y="13639"/>
                  </a:lnTo>
                  <a:lnTo>
                    <a:pt x="3020" y="13785"/>
                  </a:lnTo>
                  <a:lnTo>
                    <a:pt x="2679" y="13883"/>
                  </a:lnTo>
                  <a:lnTo>
                    <a:pt x="2411" y="13956"/>
                  </a:lnTo>
                  <a:lnTo>
                    <a:pt x="2168" y="13956"/>
                  </a:lnTo>
                  <a:lnTo>
                    <a:pt x="2070" y="13931"/>
                  </a:lnTo>
                  <a:lnTo>
                    <a:pt x="1973" y="13907"/>
                  </a:lnTo>
                  <a:lnTo>
                    <a:pt x="1900" y="13858"/>
                  </a:lnTo>
                  <a:lnTo>
                    <a:pt x="1827" y="13810"/>
                  </a:lnTo>
                  <a:lnTo>
                    <a:pt x="1827" y="13810"/>
                  </a:lnTo>
                  <a:close/>
                  <a:moveTo>
                    <a:pt x="8159" y="4482"/>
                  </a:moveTo>
                  <a:lnTo>
                    <a:pt x="8159" y="4482"/>
                  </a:lnTo>
                  <a:lnTo>
                    <a:pt x="8037" y="4482"/>
                  </a:lnTo>
                  <a:lnTo>
                    <a:pt x="7940" y="4433"/>
                  </a:lnTo>
                  <a:lnTo>
                    <a:pt x="7842" y="4384"/>
                  </a:lnTo>
                  <a:lnTo>
                    <a:pt x="7745" y="4311"/>
                  </a:lnTo>
                  <a:lnTo>
                    <a:pt x="7672" y="4238"/>
                  </a:lnTo>
                  <a:lnTo>
                    <a:pt x="7623" y="4141"/>
                  </a:lnTo>
                  <a:lnTo>
                    <a:pt x="7574" y="4019"/>
                  </a:lnTo>
                  <a:lnTo>
                    <a:pt x="7574" y="3897"/>
                  </a:lnTo>
                  <a:lnTo>
                    <a:pt x="7574" y="3897"/>
                  </a:lnTo>
                  <a:lnTo>
                    <a:pt x="7574" y="3775"/>
                  </a:lnTo>
                  <a:lnTo>
                    <a:pt x="7623" y="3678"/>
                  </a:lnTo>
                  <a:lnTo>
                    <a:pt x="7672" y="3580"/>
                  </a:lnTo>
                  <a:lnTo>
                    <a:pt x="7745" y="3483"/>
                  </a:lnTo>
                  <a:lnTo>
                    <a:pt x="7842" y="3410"/>
                  </a:lnTo>
                  <a:lnTo>
                    <a:pt x="7940" y="3361"/>
                  </a:lnTo>
                  <a:lnTo>
                    <a:pt x="8037" y="3337"/>
                  </a:lnTo>
                  <a:lnTo>
                    <a:pt x="8159" y="3313"/>
                  </a:lnTo>
                  <a:lnTo>
                    <a:pt x="8159" y="3313"/>
                  </a:lnTo>
                  <a:lnTo>
                    <a:pt x="8281" y="3337"/>
                  </a:lnTo>
                  <a:lnTo>
                    <a:pt x="8378" y="3361"/>
                  </a:lnTo>
                  <a:lnTo>
                    <a:pt x="8476" y="3410"/>
                  </a:lnTo>
                  <a:lnTo>
                    <a:pt x="8573" y="3483"/>
                  </a:lnTo>
                  <a:lnTo>
                    <a:pt x="8646" y="3580"/>
                  </a:lnTo>
                  <a:lnTo>
                    <a:pt x="8695" y="3678"/>
                  </a:lnTo>
                  <a:lnTo>
                    <a:pt x="8743" y="3775"/>
                  </a:lnTo>
                  <a:lnTo>
                    <a:pt x="8743" y="3897"/>
                  </a:lnTo>
                  <a:lnTo>
                    <a:pt x="8743" y="3897"/>
                  </a:lnTo>
                  <a:lnTo>
                    <a:pt x="8743" y="4019"/>
                  </a:lnTo>
                  <a:lnTo>
                    <a:pt x="8695" y="4141"/>
                  </a:lnTo>
                  <a:lnTo>
                    <a:pt x="8646" y="4238"/>
                  </a:lnTo>
                  <a:lnTo>
                    <a:pt x="8573" y="4311"/>
                  </a:lnTo>
                  <a:lnTo>
                    <a:pt x="8476" y="4384"/>
                  </a:lnTo>
                  <a:lnTo>
                    <a:pt x="8378" y="4433"/>
                  </a:lnTo>
                  <a:lnTo>
                    <a:pt x="8281" y="4482"/>
                  </a:lnTo>
                  <a:lnTo>
                    <a:pt x="8159" y="4482"/>
                  </a:lnTo>
                  <a:lnTo>
                    <a:pt x="8159" y="4482"/>
                  </a:lnTo>
                  <a:close/>
                  <a:moveTo>
                    <a:pt x="9133" y="5943"/>
                  </a:moveTo>
                  <a:lnTo>
                    <a:pt x="9133" y="5943"/>
                  </a:lnTo>
                  <a:lnTo>
                    <a:pt x="9036" y="5943"/>
                  </a:lnTo>
                  <a:lnTo>
                    <a:pt x="8963" y="5919"/>
                  </a:lnTo>
                  <a:lnTo>
                    <a:pt x="8841" y="5846"/>
                  </a:lnTo>
                  <a:lnTo>
                    <a:pt x="8768" y="5724"/>
                  </a:lnTo>
                  <a:lnTo>
                    <a:pt x="8743" y="5651"/>
                  </a:lnTo>
                  <a:lnTo>
                    <a:pt x="8743" y="5553"/>
                  </a:lnTo>
                  <a:lnTo>
                    <a:pt x="8743" y="5553"/>
                  </a:lnTo>
                  <a:lnTo>
                    <a:pt x="8743" y="5480"/>
                  </a:lnTo>
                  <a:lnTo>
                    <a:pt x="8768" y="5407"/>
                  </a:lnTo>
                  <a:lnTo>
                    <a:pt x="8841" y="5285"/>
                  </a:lnTo>
                  <a:lnTo>
                    <a:pt x="8963" y="5212"/>
                  </a:lnTo>
                  <a:lnTo>
                    <a:pt x="9036" y="5188"/>
                  </a:lnTo>
                  <a:lnTo>
                    <a:pt x="9133" y="5164"/>
                  </a:lnTo>
                  <a:lnTo>
                    <a:pt x="9133" y="5164"/>
                  </a:lnTo>
                  <a:lnTo>
                    <a:pt x="9206" y="5188"/>
                  </a:lnTo>
                  <a:lnTo>
                    <a:pt x="9279" y="5212"/>
                  </a:lnTo>
                  <a:lnTo>
                    <a:pt x="9401" y="5285"/>
                  </a:lnTo>
                  <a:lnTo>
                    <a:pt x="9474" y="5407"/>
                  </a:lnTo>
                  <a:lnTo>
                    <a:pt x="9498" y="5480"/>
                  </a:lnTo>
                  <a:lnTo>
                    <a:pt x="9523" y="5553"/>
                  </a:lnTo>
                  <a:lnTo>
                    <a:pt x="9523" y="5553"/>
                  </a:lnTo>
                  <a:lnTo>
                    <a:pt x="9498" y="5651"/>
                  </a:lnTo>
                  <a:lnTo>
                    <a:pt x="9474" y="5724"/>
                  </a:lnTo>
                  <a:lnTo>
                    <a:pt x="9401" y="5846"/>
                  </a:lnTo>
                  <a:lnTo>
                    <a:pt x="9279" y="5919"/>
                  </a:lnTo>
                  <a:lnTo>
                    <a:pt x="9206" y="5943"/>
                  </a:lnTo>
                  <a:lnTo>
                    <a:pt x="9133" y="5943"/>
                  </a:lnTo>
                  <a:lnTo>
                    <a:pt x="9133" y="5943"/>
                  </a:lnTo>
                  <a:close/>
                  <a:moveTo>
                    <a:pt x="9986" y="4409"/>
                  </a:moveTo>
                  <a:lnTo>
                    <a:pt x="9986" y="4409"/>
                  </a:lnTo>
                  <a:lnTo>
                    <a:pt x="9888" y="4409"/>
                  </a:lnTo>
                  <a:lnTo>
                    <a:pt x="9815" y="4384"/>
                  </a:lnTo>
                  <a:lnTo>
                    <a:pt x="9693" y="4287"/>
                  </a:lnTo>
                  <a:lnTo>
                    <a:pt x="9620" y="4165"/>
                  </a:lnTo>
                  <a:lnTo>
                    <a:pt x="9596" y="4092"/>
                  </a:lnTo>
                  <a:lnTo>
                    <a:pt x="9596" y="4019"/>
                  </a:lnTo>
                  <a:lnTo>
                    <a:pt x="9596" y="4019"/>
                  </a:lnTo>
                  <a:lnTo>
                    <a:pt x="9596" y="3946"/>
                  </a:lnTo>
                  <a:lnTo>
                    <a:pt x="9620" y="3873"/>
                  </a:lnTo>
                  <a:lnTo>
                    <a:pt x="9693" y="3751"/>
                  </a:lnTo>
                  <a:lnTo>
                    <a:pt x="9815" y="3654"/>
                  </a:lnTo>
                  <a:lnTo>
                    <a:pt x="9888" y="3629"/>
                  </a:lnTo>
                  <a:lnTo>
                    <a:pt x="9986" y="3629"/>
                  </a:lnTo>
                  <a:lnTo>
                    <a:pt x="9986" y="3629"/>
                  </a:lnTo>
                  <a:lnTo>
                    <a:pt x="10059" y="3629"/>
                  </a:lnTo>
                  <a:lnTo>
                    <a:pt x="10132" y="3654"/>
                  </a:lnTo>
                  <a:lnTo>
                    <a:pt x="10253" y="3751"/>
                  </a:lnTo>
                  <a:lnTo>
                    <a:pt x="10327" y="3873"/>
                  </a:lnTo>
                  <a:lnTo>
                    <a:pt x="10351" y="3946"/>
                  </a:lnTo>
                  <a:lnTo>
                    <a:pt x="10375" y="4019"/>
                  </a:lnTo>
                  <a:lnTo>
                    <a:pt x="10375" y="4019"/>
                  </a:lnTo>
                  <a:lnTo>
                    <a:pt x="10351" y="4092"/>
                  </a:lnTo>
                  <a:lnTo>
                    <a:pt x="10327" y="4165"/>
                  </a:lnTo>
                  <a:lnTo>
                    <a:pt x="10253" y="4287"/>
                  </a:lnTo>
                  <a:lnTo>
                    <a:pt x="10132" y="4384"/>
                  </a:lnTo>
                  <a:lnTo>
                    <a:pt x="10059" y="4409"/>
                  </a:lnTo>
                  <a:lnTo>
                    <a:pt x="9986" y="4409"/>
                  </a:lnTo>
                  <a:lnTo>
                    <a:pt x="9986" y="4409"/>
                  </a:lnTo>
                  <a:close/>
                  <a:moveTo>
                    <a:pt x="13200" y="4165"/>
                  </a:moveTo>
                  <a:lnTo>
                    <a:pt x="13200" y="4165"/>
                  </a:lnTo>
                  <a:lnTo>
                    <a:pt x="12957" y="3897"/>
                  </a:lnTo>
                  <a:lnTo>
                    <a:pt x="12713" y="3605"/>
                  </a:lnTo>
                  <a:lnTo>
                    <a:pt x="12713" y="3605"/>
                  </a:lnTo>
                  <a:lnTo>
                    <a:pt x="12372" y="3288"/>
                  </a:lnTo>
                  <a:lnTo>
                    <a:pt x="12007" y="3020"/>
                  </a:lnTo>
                  <a:lnTo>
                    <a:pt x="11642" y="2752"/>
                  </a:lnTo>
                  <a:lnTo>
                    <a:pt x="11276" y="2533"/>
                  </a:lnTo>
                  <a:lnTo>
                    <a:pt x="11276" y="2533"/>
                  </a:lnTo>
                  <a:lnTo>
                    <a:pt x="11715" y="2265"/>
                  </a:lnTo>
                  <a:lnTo>
                    <a:pt x="12153" y="2046"/>
                  </a:lnTo>
                  <a:lnTo>
                    <a:pt x="12518" y="1876"/>
                  </a:lnTo>
                  <a:lnTo>
                    <a:pt x="12884" y="1754"/>
                  </a:lnTo>
                  <a:lnTo>
                    <a:pt x="13176" y="1681"/>
                  </a:lnTo>
                  <a:lnTo>
                    <a:pt x="13444" y="1681"/>
                  </a:lnTo>
                  <a:lnTo>
                    <a:pt x="13541" y="1681"/>
                  </a:lnTo>
                  <a:lnTo>
                    <a:pt x="13639" y="1730"/>
                  </a:lnTo>
                  <a:lnTo>
                    <a:pt x="13736" y="1754"/>
                  </a:lnTo>
                  <a:lnTo>
                    <a:pt x="13809" y="1827"/>
                  </a:lnTo>
                  <a:lnTo>
                    <a:pt x="13809" y="1827"/>
                  </a:lnTo>
                  <a:lnTo>
                    <a:pt x="13858" y="1900"/>
                  </a:lnTo>
                  <a:lnTo>
                    <a:pt x="13907" y="1973"/>
                  </a:lnTo>
                  <a:lnTo>
                    <a:pt x="13931" y="2070"/>
                  </a:lnTo>
                  <a:lnTo>
                    <a:pt x="13955" y="2168"/>
                  </a:lnTo>
                  <a:lnTo>
                    <a:pt x="13955" y="2411"/>
                  </a:lnTo>
                  <a:lnTo>
                    <a:pt x="13882" y="2679"/>
                  </a:lnTo>
                  <a:lnTo>
                    <a:pt x="13785" y="3020"/>
                  </a:lnTo>
                  <a:lnTo>
                    <a:pt x="13639" y="3361"/>
                  </a:lnTo>
                  <a:lnTo>
                    <a:pt x="13444" y="3751"/>
                  </a:lnTo>
                  <a:lnTo>
                    <a:pt x="13200" y="4165"/>
                  </a:lnTo>
                  <a:lnTo>
                    <a:pt x="13200" y="4165"/>
                  </a:lnTo>
                  <a:close/>
                </a:path>
              </a:pathLst>
            </a:custGeom>
            <a:noFill/>
            <a:ln w="12175" cap="rnd"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10" name="Google Shape;110;p19"/>
          <p:cNvGrpSpPr/>
          <p:nvPr/>
        </p:nvGrpSpPr>
        <p:grpSpPr>
          <a:xfrm>
            <a:off x="1415230" y="1774588"/>
            <a:ext cx="659664" cy="659627"/>
            <a:chOff x="576250" y="4319400"/>
            <a:chExt cx="442075" cy="442050"/>
          </a:xfrm>
        </p:grpSpPr>
        <p:sp>
          <p:nvSpPr>
            <p:cNvPr id="111" name="Google Shape;111;p19"/>
            <p:cNvSpPr/>
            <p:nvPr/>
          </p:nvSpPr>
          <p:spPr>
            <a:xfrm>
              <a:off x="576250" y="4319400"/>
              <a:ext cx="442075" cy="442050"/>
            </a:xfrm>
            <a:custGeom>
              <a:avLst/>
              <a:gdLst/>
              <a:ahLst/>
              <a:cxnLst/>
              <a:rect l="l" t="t" r="r" b="b"/>
              <a:pathLst>
                <a:path w="17683" h="17682" fill="none" extrusionOk="0">
                  <a:moveTo>
                    <a:pt x="11472" y="17292"/>
                  </a:moveTo>
                  <a:lnTo>
                    <a:pt x="11472" y="12153"/>
                  </a:lnTo>
                  <a:lnTo>
                    <a:pt x="16416" y="7209"/>
                  </a:lnTo>
                  <a:lnTo>
                    <a:pt x="16416" y="7209"/>
                  </a:lnTo>
                  <a:lnTo>
                    <a:pt x="16562" y="7063"/>
                  </a:lnTo>
                  <a:lnTo>
                    <a:pt x="16684" y="6868"/>
                  </a:lnTo>
                  <a:lnTo>
                    <a:pt x="16830" y="6674"/>
                  </a:lnTo>
                  <a:lnTo>
                    <a:pt x="16927" y="6479"/>
                  </a:lnTo>
                  <a:lnTo>
                    <a:pt x="17146" y="6040"/>
                  </a:lnTo>
                  <a:lnTo>
                    <a:pt x="17317" y="5553"/>
                  </a:lnTo>
                  <a:lnTo>
                    <a:pt x="17439" y="5042"/>
                  </a:lnTo>
                  <a:lnTo>
                    <a:pt x="17560" y="4506"/>
                  </a:lnTo>
                  <a:lnTo>
                    <a:pt x="17633" y="3970"/>
                  </a:lnTo>
                  <a:lnTo>
                    <a:pt x="17658" y="3434"/>
                  </a:lnTo>
                  <a:lnTo>
                    <a:pt x="17682" y="2898"/>
                  </a:lnTo>
                  <a:lnTo>
                    <a:pt x="17682" y="2411"/>
                  </a:lnTo>
                  <a:lnTo>
                    <a:pt x="17658" y="1949"/>
                  </a:lnTo>
                  <a:lnTo>
                    <a:pt x="17609" y="1510"/>
                  </a:lnTo>
                  <a:lnTo>
                    <a:pt x="17536" y="1145"/>
                  </a:lnTo>
                  <a:lnTo>
                    <a:pt x="17463" y="828"/>
                  </a:lnTo>
                  <a:lnTo>
                    <a:pt x="17366" y="585"/>
                  </a:lnTo>
                  <a:lnTo>
                    <a:pt x="17292" y="487"/>
                  </a:lnTo>
                  <a:lnTo>
                    <a:pt x="17244" y="439"/>
                  </a:lnTo>
                  <a:lnTo>
                    <a:pt x="17244" y="439"/>
                  </a:lnTo>
                  <a:lnTo>
                    <a:pt x="17195" y="390"/>
                  </a:lnTo>
                  <a:lnTo>
                    <a:pt x="17098" y="317"/>
                  </a:lnTo>
                  <a:lnTo>
                    <a:pt x="16854" y="219"/>
                  </a:lnTo>
                  <a:lnTo>
                    <a:pt x="16537" y="146"/>
                  </a:lnTo>
                  <a:lnTo>
                    <a:pt x="16172" y="73"/>
                  </a:lnTo>
                  <a:lnTo>
                    <a:pt x="15734" y="25"/>
                  </a:lnTo>
                  <a:lnTo>
                    <a:pt x="15271" y="0"/>
                  </a:lnTo>
                  <a:lnTo>
                    <a:pt x="14784" y="0"/>
                  </a:lnTo>
                  <a:lnTo>
                    <a:pt x="14248" y="25"/>
                  </a:lnTo>
                  <a:lnTo>
                    <a:pt x="13712" y="49"/>
                  </a:lnTo>
                  <a:lnTo>
                    <a:pt x="13176" y="122"/>
                  </a:lnTo>
                  <a:lnTo>
                    <a:pt x="12641" y="244"/>
                  </a:lnTo>
                  <a:lnTo>
                    <a:pt x="12129" y="366"/>
                  </a:lnTo>
                  <a:lnTo>
                    <a:pt x="11642" y="536"/>
                  </a:lnTo>
                  <a:lnTo>
                    <a:pt x="11204" y="755"/>
                  </a:lnTo>
                  <a:lnTo>
                    <a:pt x="10985" y="853"/>
                  </a:lnTo>
                  <a:lnTo>
                    <a:pt x="10814" y="999"/>
                  </a:lnTo>
                  <a:lnTo>
                    <a:pt x="10619" y="1121"/>
                  </a:lnTo>
                  <a:lnTo>
                    <a:pt x="10473" y="1267"/>
                  </a:lnTo>
                  <a:lnTo>
                    <a:pt x="5529" y="6211"/>
                  </a:lnTo>
                  <a:lnTo>
                    <a:pt x="390" y="6211"/>
                  </a:lnTo>
                  <a:lnTo>
                    <a:pt x="390" y="6211"/>
                  </a:lnTo>
                  <a:lnTo>
                    <a:pt x="244" y="6235"/>
                  </a:lnTo>
                  <a:lnTo>
                    <a:pt x="147" y="6259"/>
                  </a:lnTo>
                  <a:lnTo>
                    <a:pt x="49" y="6308"/>
                  </a:lnTo>
                  <a:lnTo>
                    <a:pt x="0" y="6381"/>
                  </a:lnTo>
                  <a:lnTo>
                    <a:pt x="0" y="6454"/>
                  </a:lnTo>
                  <a:lnTo>
                    <a:pt x="25" y="6552"/>
                  </a:lnTo>
                  <a:lnTo>
                    <a:pt x="74" y="6649"/>
                  </a:lnTo>
                  <a:lnTo>
                    <a:pt x="171" y="6771"/>
                  </a:lnTo>
                  <a:lnTo>
                    <a:pt x="2582" y="9158"/>
                  </a:lnTo>
                  <a:lnTo>
                    <a:pt x="2265" y="9474"/>
                  </a:lnTo>
                  <a:lnTo>
                    <a:pt x="950" y="9718"/>
                  </a:lnTo>
                  <a:lnTo>
                    <a:pt x="950" y="9718"/>
                  </a:lnTo>
                  <a:lnTo>
                    <a:pt x="804" y="9767"/>
                  </a:lnTo>
                  <a:lnTo>
                    <a:pt x="682" y="9815"/>
                  </a:lnTo>
                  <a:lnTo>
                    <a:pt x="609" y="9913"/>
                  </a:lnTo>
                  <a:lnTo>
                    <a:pt x="561" y="9986"/>
                  </a:lnTo>
                  <a:lnTo>
                    <a:pt x="561" y="10083"/>
                  </a:lnTo>
                  <a:lnTo>
                    <a:pt x="585" y="10205"/>
                  </a:lnTo>
                  <a:lnTo>
                    <a:pt x="634" y="10302"/>
                  </a:lnTo>
                  <a:lnTo>
                    <a:pt x="731" y="10424"/>
                  </a:lnTo>
                  <a:lnTo>
                    <a:pt x="7258" y="16951"/>
                  </a:lnTo>
                  <a:lnTo>
                    <a:pt x="7258" y="16951"/>
                  </a:lnTo>
                  <a:lnTo>
                    <a:pt x="7380" y="17049"/>
                  </a:lnTo>
                  <a:lnTo>
                    <a:pt x="7477" y="17097"/>
                  </a:lnTo>
                  <a:lnTo>
                    <a:pt x="7599" y="17122"/>
                  </a:lnTo>
                  <a:lnTo>
                    <a:pt x="7697" y="17122"/>
                  </a:lnTo>
                  <a:lnTo>
                    <a:pt x="7770" y="17073"/>
                  </a:lnTo>
                  <a:lnTo>
                    <a:pt x="7867" y="17000"/>
                  </a:lnTo>
                  <a:lnTo>
                    <a:pt x="7916" y="16878"/>
                  </a:lnTo>
                  <a:lnTo>
                    <a:pt x="7965" y="16732"/>
                  </a:lnTo>
                  <a:lnTo>
                    <a:pt x="8208" y="15417"/>
                  </a:lnTo>
                  <a:lnTo>
                    <a:pt x="8525" y="15100"/>
                  </a:lnTo>
                  <a:lnTo>
                    <a:pt x="10911" y="17511"/>
                  </a:lnTo>
                  <a:lnTo>
                    <a:pt x="10911" y="17511"/>
                  </a:lnTo>
                  <a:lnTo>
                    <a:pt x="11033" y="17609"/>
                  </a:lnTo>
                  <a:lnTo>
                    <a:pt x="11131" y="17658"/>
                  </a:lnTo>
                  <a:lnTo>
                    <a:pt x="11228" y="17682"/>
                  </a:lnTo>
                  <a:lnTo>
                    <a:pt x="11301" y="17682"/>
                  </a:lnTo>
                  <a:lnTo>
                    <a:pt x="11374" y="17633"/>
                  </a:lnTo>
                  <a:lnTo>
                    <a:pt x="11423" y="17536"/>
                  </a:lnTo>
                  <a:lnTo>
                    <a:pt x="11447" y="17438"/>
                  </a:lnTo>
                  <a:lnTo>
                    <a:pt x="11472" y="17292"/>
                  </a:lnTo>
                  <a:lnTo>
                    <a:pt x="11472" y="17292"/>
                  </a:lnTo>
                  <a:close/>
                  <a:moveTo>
                    <a:pt x="6162" y="12202"/>
                  </a:moveTo>
                  <a:lnTo>
                    <a:pt x="6162" y="12202"/>
                  </a:lnTo>
                  <a:lnTo>
                    <a:pt x="6089" y="12275"/>
                  </a:lnTo>
                  <a:lnTo>
                    <a:pt x="6016" y="12324"/>
                  </a:lnTo>
                  <a:lnTo>
                    <a:pt x="5919" y="12348"/>
                  </a:lnTo>
                  <a:lnTo>
                    <a:pt x="5821" y="12348"/>
                  </a:lnTo>
                  <a:lnTo>
                    <a:pt x="5724" y="12348"/>
                  </a:lnTo>
                  <a:lnTo>
                    <a:pt x="5626" y="12324"/>
                  </a:lnTo>
                  <a:lnTo>
                    <a:pt x="5553" y="12275"/>
                  </a:lnTo>
                  <a:lnTo>
                    <a:pt x="5480" y="12202"/>
                  </a:lnTo>
                  <a:lnTo>
                    <a:pt x="5480" y="12202"/>
                  </a:lnTo>
                  <a:lnTo>
                    <a:pt x="5407" y="12129"/>
                  </a:lnTo>
                  <a:lnTo>
                    <a:pt x="5359" y="12056"/>
                  </a:lnTo>
                  <a:lnTo>
                    <a:pt x="5334" y="11959"/>
                  </a:lnTo>
                  <a:lnTo>
                    <a:pt x="5334" y="11861"/>
                  </a:lnTo>
                  <a:lnTo>
                    <a:pt x="5334" y="11764"/>
                  </a:lnTo>
                  <a:lnTo>
                    <a:pt x="5359" y="11666"/>
                  </a:lnTo>
                  <a:lnTo>
                    <a:pt x="5407" y="11593"/>
                  </a:lnTo>
                  <a:lnTo>
                    <a:pt x="5480" y="11520"/>
                  </a:lnTo>
                  <a:lnTo>
                    <a:pt x="8013" y="8987"/>
                  </a:lnTo>
                  <a:lnTo>
                    <a:pt x="8013" y="8987"/>
                  </a:lnTo>
                  <a:lnTo>
                    <a:pt x="8086" y="8939"/>
                  </a:lnTo>
                  <a:lnTo>
                    <a:pt x="8159" y="8890"/>
                  </a:lnTo>
                  <a:lnTo>
                    <a:pt x="8257" y="8865"/>
                  </a:lnTo>
                  <a:lnTo>
                    <a:pt x="8354" y="8841"/>
                  </a:lnTo>
                  <a:lnTo>
                    <a:pt x="8452" y="8865"/>
                  </a:lnTo>
                  <a:lnTo>
                    <a:pt x="8525" y="8890"/>
                  </a:lnTo>
                  <a:lnTo>
                    <a:pt x="8622" y="8939"/>
                  </a:lnTo>
                  <a:lnTo>
                    <a:pt x="8695" y="8987"/>
                  </a:lnTo>
                  <a:lnTo>
                    <a:pt x="8695" y="8987"/>
                  </a:lnTo>
                  <a:lnTo>
                    <a:pt x="8744" y="9060"/>
                  </a:lnTo>
                  <a:lnTo>
                    <a:pt x="8793" y="9158"/>
                  </a:lnTo>
                  <a:lnTo>
                    <a:pt x="8817" y="9231"/>
                  </a:lnTo>
                  <a:lnTo>
                    <a:pt x="8841" y="9328"/>
                  </a:lnTo>
                  <a:lnTo>
                    <a:pt x="8817" y="9426"/>
                  </a:lnTo>
                  <a:lnTo>
                    <a:pt x="8793" y="9523"/>
                  </a:lnTo>
                  <a:lnTo>
                    <a:pt x="8744" y="9596"/>
                  </a:lnTo>
                  <a:lnTo>
                    <a:pt x="8695" y="9669"/>
                  </a:lnTo>
                  <a:lnTo>
                    <a:pt x="6162" y="12202"/>
                  </a:lnTo>
                  <a:close/>
                  <a:moveTo>
                    <a:pt x="13396" y="7307"/>
                  </a:moveTo>
                  <a:lnTo>
                    <a:pt x="13396" y="7307"/>
                  </a:lnTo>
                  <a:lnTo>
                    <a:pt x="13274" y="7404"/>
                  </a:lnTo>
                  <a:lnTo>
                    <a:pt x="13152" y="7477"/>
                  </a:lnTo>
                  <a:lnTo>
                    <a:pt x="13006" y="7526"/>
                  </a:lnTo>
                  <a:lnTo>
                    <a:pt x="12836" y="7550"/>
                  </a:lnTo>
                  <a:lnTo>
                    <a:pt x="12689" y="7526"/>
                  </a:lnTo>
                  <a:lnTo>
                    <a:pt x="12543" y="7477"/>
                  </a:lnTo>
                  <a:lnTo>
                    <a:pt x="12421" y="7404"/>
                  </a:lnTo>
                  <a:lnTo>
                    <a:pt x="12300" y="7307"/>
                  </a:lnTo>
                  <a:lnTo>
                    <a:pt x="10376" y="5383"/>
                  </a:lnTo>
                  <a:lnTo>
                    <a:pt x="10376" y="5383"/>
                  </a:lnTo>
                  <a:lnTo>
                    <a:pt x="10278" y="5261"/>
                  </a:lnTo>
                  <a:lnTo>
                    <a:pt x="10205" y="5139"/>
                  </a:lnTo>
                  <a:lnTo>
                    <a:pt x="10156" y="4993"/>
                  </a:lnTo>
                  <a:lnTo>
                    <a:pt x="10132" y="4847"/>
                  </a:lnTo>
                  <a:lnTo>
                    <a:pt x="10156" y="4676"/>
                  </a:lnTo>
                  <a:lnTo>
                    <a:pt x="10205" y="4530"/>
                  </a:lnTo>
                  <a:lnTo>
                    <a:pt x="10278" y="4408"/>
                  </a:lnTo>
                  <a:lnTo>
                    <a:pt x="10376" y="4287"/>
                  </a:lnTo>
                  <a:lnTo>
                    <a:pt x="10376" y="4287"/>
                  </a:lnTo>
                  <a:lnTo>
                    <a:pt x="11326" y="3313"/>
                  </a:lnTo>
                  <a:lnTo>
                    <a:pt x="11326" y="3313"/>
                  </a:lnTo>
                  <a:lnTo>
                    <a:pt x="11496" y="3166"/>
                  </a:lnTo>
                  <a:lnTo>
                    <a:pt x="11666" y="3045"/>
                  </a:lnTo>
                  <a:lnTo>
                    <a:pt x="11861" y="2947"/>
                  </a:lnTo>
                  <a:lnTo>
                    <a:pt x="12032" y="2850"/>
                  </a:lnTo>
                  <a:lnTo>
                    <a:pt x="12227" y="2777"/>
                  </a:lnTo>
                  <a:lnTo>
                    <a:pt x="12446" y="2728"/>
                  </a:lnTo>
                  <a:lnTo>
                    <a:pt x="12641" y="2704"/>
                  </a:lnTo>
                  <a:lnTo>
                    <a:pt x="12836" y="2704"/>
                  </a:lnTo>
                  <a:lnTo>
                    <a:pt x="13055" y="2704"/>
                  </a:lnTo>
                  <a:lnTo>
                    <a:pt x="13250" y="2728"/>
                  </a:lnTo>
                  <a:lnTo>
                    <a:pt x="13469" y="2777"/>
                  </a:lnTo>
                  <a:lnTo>
                    <a:pt x="13664" y="2850"/>
                  </a:lnTo>
                  <a:lnTo>
                    <a:pt x="13834" y="2947"/>
                  </a:lnTo>
                  <a:lnTo>
                    <a:pt x="14029" y="3045"/>
                  </a:lnTo>
                  <a:lnTo>
                    <a:pt x="14199" y="3166"/>
                  </a:lnTo>
                  <a:lnTo>
                    <a:pt x="14370" y="3313"/>
                  </a:lnTo>
                  <a:lnTo>
                    <a:pt x="14370" y="3313"/>
                  </a:lnTo>
                  <a:lnTo>
                    <a:pt x="14516" y="3483"/>
                  </a:lnTo>
                  <a:lnTo>
                    <a:pt x="14638" y="3653"/>
                  </a:lnTo>
                  <a:lnTo>
                    <a:pt x="14735" y="3848"/>
                  </a:lnTo>
                  <a:lnTo>
                    <a:pt x="14833" y="4019"/>
                  </a:lnTo>
                  <a:lnTo>
                    <a:pt x="14906" y="4214"/>
                  </a:lnTo>
                  <a:lnTo>
                    <a:pt x="14954" y="4433"/>
                  </a:lnTo>
                  <a:lnTo>
                    <a:pt x="14979" y="4628"/>
                  </a:lnTo>
                  <a:lnTo>
                    <a:pt x="14979" y="4847"/>
                  </a:lnTo>
                  <a:lnTo>
                    <a:pt x="14979" y="5042"/>
                  </a:lnTo>
                  <a:lnTo>
                    <a:pt x="14954" y="5237"/>
                  </a:lnTo>
                  <a:lnTo>
                    <a:pt x="14906" y="5456"/>
                  </a:lnTo>
                  <a:lnTo>
                    <a:pt x="14833" y="5651"/>
                  </a:lnTo>
                  <a:lnTo>
                    <a:pt x="14735" y="5821"/>
                  </a:lnTo>
                  <a:lnTo>
                    <a:pt x="14638" y="6016"/>
                  </a:lnTo>
                  <a:lnTo>
                    <a:pt x="14516" y="6186"/>
                  </a:lnTo>
                  <a:lnTo>
                    <a:pt x="14370" y="6357"/>
                  </a:lnTo>
                  <a:lnTo>
                    <a:pt x="14370" y="6357"/>
                  </a:lnTo>
                  <a:lnTo>
                    <a:pt x="13396" y="7307"/>
                  </a:lnTo>
                  <a:lnTo>
                    <a:pt x="13396" y="7307"/>
                  </a:lnTo>
                  <a:close/>
                </a:path>
              </a:pathLst>
            </a:custGeom>
            <a:noFill/>
            <a:ln w="12175" cap="rnd"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 name="Google Shape;112;p19"/>
            <p:cNvSpPr/>
            <p:nvPr/>
          </p:nvSpPr>
          <p:spPr>
            <a:xfrm>
              <a:off x="595725" y="4668875"/>
              <a:ext cx="73100" cy="73100"/>
            </a:xfrm>
            <a:custGeom>
              <a:avLst/>
              <a:gdLst/>
              <a:ahLst/>
              <a:cxnLst/>
              <a:rect l="l" t="t" r="r" b="b"/>
              <a:pathLst>
                <a:path w="2924" h="2924" fill="none" extrusionOk="0">
                  <a:moveTo>
                    <a:pt x="2656" y="269"/>
                  </a:moveTo>
                  <a:lnTo>
                    <a:pt x="2656" y="269"/>
                  </a:lnTo>
                  <a:lnTo>
                    <a:pt x="2509" y="147"/>
                  </a:lnTo>
                  <a:lnTo>
                    <a:pt x="2363" y="74"/>
                  </a:lnTo>
                  <a:lnTo>
                    <a:pt x="2193" y="25"/>
                  </a:lnTo>
                  <a:lnTo>
                    <a:pt x="2022" y="1"/>
                  </a:lnTo>
                  <a:lnTo>
                    <a:pt x="1852" y="25"/>
                  </a:lnTo>
                  <a:lnTo>
                    <a:pt x="1681" y="74"/>
                  </a:lnTo>
                  <a:lnTo>
                    <a:pt x="1511" y="147"/>
                  </a:lnTo>
                  <a:lnTo>
                    <a:pt x="1365" y="269"/>
                  </a:lnTo>
                  <a:lnTo>
                    <a:pt x="1365" y="269"/>
                  </a:lnTo>
                  <a:lnTo>
                    <a:pt x="1219" y="488"/>
                  </a:lnTo>
                  <a:lnTo>
                    <a:pt x="999" y="829"/>
                  </a:lnTo>
                  <a:lnTo>
                    <a:pt x="561" y="1730"/>
                  </a:lnTo>
                  <a:lnTo>
                    <a:pt x="171" y="2558"/>
                  </a:lnTo>
                  <a:lnTo>
                    <a:pt x="1" y="2924"/>
                  </a:lnTo>
                  <a:lnTo>
                    <a:pt x="1" y="2924"/>
                  </a:lnTo>
                  <a:lnTo>
                    <a:pt x="366" y="2753"/>
                  </a:lnTo>
                  <a:lnTo>
                    <a:pt x="1194" y="2363"/>
                  </a:lnTo>
                  <a:lnTo>
                    <a:pt x="2095" y="1925"/>
                  </a:lnTo>
                  <a:lnTo>
                    <a:pt x="2436" y="1706"/>
                  </a:lnTo>
                  <a:lnTo>
                    <a:pt x="2656" y="1560"/>
                  </a:lnTo>
                  <a:lnTo>
                    <a:pt x="2656" y="1560"/>
                  </a:lnTo>
                  <a:lnTo>
                    <a:pt x="2777" y="1414"/>
                  </a:lnTo>
                  <a:lnTo>
                    <a:pt x="2850" y="1243"/>
                  </a:lnTo>
                  <a:lnTo>
                    <a:pt x="2899" y="1073"/>
                  </a:lnTo>
                  <a:lnTo>
                    <a:pt x="2923" y="902"/>
                  </a:lnTo>
                  <a:lnTo>
                    <a:pt x="2899" y="732"/>
                  </a:lnTo>
                  <a:lnTo>
                    <a:pt x="2850" y="561"/>
                  </a:lnTo>
                  <a:lnTo>
                    <a:pt x="2777" y="415"/>
                  </a:lnTo>
                  <a:lnTo>
                    <a:pt x="2656" y="269"/>
                  </a:lnTo>
                  <a:lnTo>
                    <a:pt x="2656" y="269"/>
                  </a:lnTo>
                  <a:close/>
                </a:path>
              </a:pathLst>
            </a:custGeom>
            <a:noFill/>
            <a:ln w="12175" cap="rnd"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 name="Google Shape;113;p19"/>
            <p:cNvSpPr/>
            <p:nvPr/>
          </p:nvSpPr>
          <p:spPr>
            <a:xfrm>
              <a:off x="652350" y="4711500"/>
              <a:ext cx="46925" cy="46925"/>
            </a:xfrm>
            <a:custGeom>
              <a:avLst/>
              <a:gdLst/>
              <a:ahLst/>
              <a:cxnLst/>
              <a:rect l="l" t="t" r="r" b="b"/>
              <a:pathLst>
                <a:path w="1877" h="1877" fill="none" extrusionOk="0">
                  <a:moveTo>
                    <a:pt x="1657" y="244"/>
                  </a:moveTo>
                  <a:lnTo>
                    <a:pt x="1657" y="244"/>
                  </a:lnTo>
                  <a:lnTo>
                    <a:pt x="1535" y="147"/>
                  </a:lnTo>
                  <a:lnTo>
                    <a:pt x="1413" y="74"/>
                  </a:lnTo>
                  <a:lnTo>
                    <a:pt x="1267" y="25"/>
                  </a:lnTo>
                  <a:lnTo>
                    <a:pt x="1121" y="1"/>
                  </a:lnTo>
                  <a:lnTo>
                    <a:pt x="975" y="25"/>
                  </a:lnTo>
                  <a:lnTo>
                    <a:pt x="829" y="74"/>
                  </a:lnTo>
                  <a:lnTo>
                    <a:pt x="707" y="147"/>
                  </a:lnTo>
                  <a:lnTo>
                    <a:pt x="585" y="244"/>
                  </a:lnTo>
                  <a:lnTo>
                    <a:pt x="585" y="244"/>
                  </a:lnTo>
                  <a:lnTo>
                    <a:pt x="464" y="391"/>
                  </a:lnTo>
                  <a:lnTo>
                    <a:pt x="366" y="610"/>
                  </a:lnTo>
                  <a:lnTo>
                    <a:pt x="269" y="878"/>
                  </a:lnTo>
                  <a:lnTo>
                    <a:pt x="171" y="1170"/>
                  </a:lnTo>
                  <a:lnTo>
                    <a:pt x="50" y="1681"/>
                  </a:lnTo>
                  <a:lnTo>
                    <a:pt x="1" y="1876"/>
                  </a:lnTo>
                  <a:lnTo>
                    <a:pt x="1" y="1876"/>
                  </a:lnTo>
                  <a:lnTo>
                    <a:pt x="220" y="1852"/>
                  </a:lnTo>
                  <a:lnTo>
                    <a:pt x="731" y="1706"/>
                  </a:lnTo>
                  <a:lnTo>
                    <a:pt x="999" y="1633"/>
                  </a:lnTo>
                  <a:lnTo>
                    <a:pt x="1267" y="1535"/>
                  </a:lnTo>
                  <a:lnTo>
                    <a:pt x="1511" y="1413"/>
                  </a:lnTo>
                  <a:lnTo>
                    <a:pt x="1657" y="1316"/>
                  </a:lnTo>
                  <a:lnTo>
                    <a:pt x="1657" y="1316"/>
                  </a:lnTo>
                  <a:lnTo>
                    <a:pt x="1754" y="1194"/>
                  </a:lnTo>
                  <a:lnTo>
                    <a:pt x="1827" y="1048"/>
                  </a:lnTo>
                  <a:lnTo>
                    <a:pt x="1876" y="926"/>
                  </a:lnTo>
                  <a:lnTo>
                    <a:pt x="1876" y="780"/>
                  </a:lnTo>
                  <a:lnTo>
                    <a:pt x="1876" y="634"/>
                  </a:lnTo>
                  <a:lnTo>
                    <a:pt x="1827" y="488"/>
                  </a:lnTo>
                  <a:lnTo>
                    <a:pt x="1754" y="366"/>
                  </a:lnTo>
                  <a:lnTo>
                    <a:pt x="1657" y="244"/>
                  </a:lnTo>
                  <a:lnTo>
                    <a:pt x="1657" y="244"/>
                  </a:lnTo>
                  <a:close/>
                </a:path>
              </a:pathLst>
            </a:custGeom>
            <a:noFill/>
            <a:ln w="12175" cap="rnd"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 name="Google Shape;114;p19"/>
            <p:cNvSpPr/>
            <p:nvPr/>
          </p:nvSpPr>
          <p:spPr>
            <a:xfrm>
              <a:off x="579300" y="4638450"/>
              <a:ext cx="46900" cy="46900"/>
            </a:xfrm>
            <a:custGeom>
              <a:avLst/>
              <a:gdLst/>
              <a:ahLst/>
              <a:cxnLst/>
              <a:rect l="l" t="t" r="r" b="b"/>
              <a:pathLst>
                <a:path w="1876" h="1876" fill="none" extrusionOk="0">
                  <a:moveTo>
                    <a:pt x="1632" y="219"/>
                  </a:moveTo>
                  <a:lnTo>
                    <a:pt x="1632" y="219"/>
                  </a:lnTo>
                  <a:lnTo>
                    <a:pt x="1510" y="122"/>
                  </a:lnTo>
                  <a:lnTo>
                    <a:pt x="1388" y="49"/>
                  </a:lnTo>
                  <a:lnTo>
                    <a:pt x="1242" y="0"/>
                  </a:lnTo>
                  <a:lnTo>
                    <a:pt x="1096" y="0"/>
                  </a:lnTo>
                  <a:lnTo>
                    <a:pt x="950" y="0"/>
                  </a:lnTo>
                  <a:lnTo>
                    <a:pt x="828" y="49"/>
                  </a:lnTo>
                  <a:lnTo>
                    <a:pt x="682" y="122"/>
                  </a:lnTo>
                  <a:lnTo>
                    <a:pt x="560" y="219"/>
                  </a:lnTo>
                  <a:lnTo>
                    <a:pt x="560" y="219"/>
                  </a:lnTo>
                  <a:lnTo>
                    <a:pt x="463" y="366"/>
                  </a:lnTo>
                  <a:lnTo>
                    <a:pt x="341" y="609"/>
                  </a:lnTo>
                  <a:lnTo>
                    <a:pt x="244" y="877"/>
                  </a:lnTo>
                  <a:lnTo>
                    <a:pt x="171" y="1145"/>
                  </a:lnTo>
                  <a:lnTo>
                    <a:pt x="25" y="1656"/>
                  </a:lnTo>
                  <a:lnTo>
                    <a:pt x="0" y="1876"/>
                  </a:lnTo>
                  <a:lnTo>
                    <a:pt x="0" y="1876"/>
                  </a:lnTo>
                  <a:lnTo>
                    <a:pt x="195" y="1827"/>
                  </a:lnTo>
                  <a:lnTo>
                    <a:pt x="707" y="1705"/>
                  </a:lnTo>
                  <a:lnTo>
                    <a:pt x="999" y="1608"/>
                  </a:lnTo>
                  <a:lnTo>
                    <a:pt x="1267" y="1510"/>
                  </a:lnTo>
                  <a:lnTo>
                    <a:pt x="1486" y="1413"/>
                  </a:lnTo>
                  <a:lnTo>
                    <a:pt x="1632" y="1291"/>
                  </a:lnTo>
                  <a:lnTo>
                    <a:pt x="1632" y="1291"/>
                  </a:lnTo>
                  <a:lnTo>
                    <a:pt x="1729" y="1169"/>
                  </a:lnTo>
                  <a:lnTo>
                    <a:pt x="1802" y="1048"/>
                  </a:lnTo>
                  <a:lnTo>
                    <a:pt x="1851" y="901"/>
                  </a:lnTo>
                  <a:lnTo>
                    <a:pt x="1876" y="755"/>
                  </a:lnTo>
                  <a:lnTo>
                    <a:pt x="1851" y="609"/>
                  </a:lnTo>
                  <a:lnTo>
                    <a:pt x="1802" y="463"/>
                  </a:lnTo>
                  <a:lnTo>
                    <a:pt x="1729" y="341"/>
                  </a:lnTo>
                  <a:lnTo>
                    <a:pt x="1632" y="219"/>
                  </a:lnTo>
                  <a:lnTo>
                    <a:pt x="1632" y="219"/>
                  </a:lnTo>
                  <a:close/>
                </a:path>
              </a:pathLst>
            </a:custGeom>
            <a:noFill/>
            <a:ln w="12175" cap="rnd"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15" name="Google Shape;115;p19"/>
          <p:cNvSpPr/>
          <p:nvPr/>
        </p:nvSpPr>
        <p:spPr>
          <a:xfrm rot="6223920">
            <a:off x="3953912" y="935426"/>
            <a:ext cx="317280" cy="302951"/>
          </a:xfrm>
          <a:custGeom>
            <a:avLst/>
            <a:gdLst/>
            <a:ahLst/>
            <a:cxnLst/>
            <a:rect l="l" t="t" r="r" b="b"/>
            <a:pathLst>
              <a:path w="15101" h="14419" fill="none" extrusionOk="0">
                <a:moveTo>
                  <a:pt x="7234" y="293"/>
                </a:moveTo>
                <a:lnTo>
                  <a:pt x="7234" y="293"/>
                </a:lnTo>
                <a:lnTo>
                  <a:pt x="7307" y="171"/>
                </a:lnTo>
                <a:lnTo>
                  <a:pt x="7380" y="74"/>
                </a:lnTo>
                <a:lnTo>
                  <a:pt x="7477" y="25"/>
                </a:lnTo>
                <a:lnTo>
                  <a:pt x="7550" y="1"/>
                </a:lnTo>
                <a:lnTo>
                  <a:pt x="7623" y="25"/>
                </a:lnTo>
                <a:lnTo>
                  <a:pt x="7721" y="74"/>
                </a:lnTo>
                <a:lnTo>
                  <a:pt x="7794" y="171"/>
                </a:lnTo>
                <a:lnTo>
                  <a:pt x="7867" y="293"/>
                </a:lnTo>
                <a:lnTo>
                  <a:pt x="9523" y="4092"/>
                </a:lnTo>
                <a:lnTo>
                  <a:pt x="9523" y="4092"/>
                </a:lnTo>
                <a:lnTo>
                  <a:pt x="9596" y="4214"/>
                </a:lnTo>
                <a:lnTo>
                  <a:pt x="9718" y="4360"/>
                </a:lnTo>
                <a:lnTo>
                  <a:pt x="9840" y="4482"/>
                </a:lnTo>
                <a:lnTo>
                  <a:pt x="9986" y="4604"/>
                </a:lnTo>
                <a:lnTo>
                  <a:pt x="10132" y="4701"/>
                </a:lnTo>
                <a:lnTo>
                  <a:pt x="10302" y="4774"/>
                </a:lnTo>
                <a:lnTo>
                  <a:pt x="10449" y="4847"/>
                </a:lnTo>
                <a:lnTo>
                  <a:pt x="10619" y="4872"/>
                </a:lnTo>
                <a:lnTo>
                  <a:pt x="14711" y="5286"/>
                </a:lnTo>
                <a:lnTo>
                  <a:pt x="14711" y="5286"/>
                </a:lnTo>
                <a:lnTo>
                  <a:pt x="14857" y="5310"/>
                </a:lnTo>
                <a:lnTo>
                  <a:pt x="14979" y="5359"/>
                </a:lnTo>
                <a:lnTo>
                  <a:pt x="15052" y="5407"/>
                </a:lnTo>
                <a:lnTo>
                  <a:pt x="15100" y="5505"/>
                </a:lnTo>
                <a:lnTo>
                  <a:pt x="15100" y="5578"/>
                </a:lnTo>
                <a:lnTo>
                  <a:pt x="15076" y="5675"/>
                </a:lnTo>
                <a:lnTo>
                  <a:pt x="15027" y="5773"/>
                </a:lnTo>
                <a:lnTo>
                  <a:pt x="14906" y="5895"/>
                </a:lnTo>
                <a:lnTo>
                  <a:pt x="11837" y="8622"/>
                </a:lnTo>
                <a:lnTo>
                  <a:pt x="11837" y="8622"/>
                </a:lnTo>
                <a:lnTo>
                  <a:pt x="11715" y="8744"/>
                </a:lnTo>
                <a:lnTo>
                  <a:pt x="11618" y="8890"/>
                </a:lnTo>
                <a:lnTo>
                  <a:pt x="11545" y="9061"/>
                </a:lnTo>
                <a:lnTo>
                  <a:pt x="11472" y="9231"/>
                </a:lnTo>
                <a:lnTo>
                  <a:pt x="11423" y="9402"/>
                </a:lnTo>
                <a:lnTo>
                  <a:pt x="11398" y="9572"/>
                </a:lnTo>
                <a:lnTo>
                  <a:pt x="11398" y="9743"/>
                </a:lnTo>
                <a:lnTo>
                  <a:pt x="11423" y="9913"/>
                </a:lnTo>
                <a:lnTo>
                  <a:pt x="12300" y="13956"/>
                </a:lnTo>
                <a:lnTo>
                  <a:pt x="12300" y="13956"/>
                </a:lnTo>
                <a:lnTo>
                  <a:pt x="12324" y="14102"/>
                </a:lnTo>
                <a:lnTo>
                  <a:pt x="12300" y="14200"/>
                </a:lnTo>
                <a:lnTo>
                  <a:pt x="12275" y="14297"/>
                </a:lnTo>
                <a:lnTo>
                  <a:pt x="12227" y="14370"/>
                </a:lnTo>
                <a:lnTo>
                  <a:pt x="12129" y="14394"/>
                </a:lnTo>
                <a:lnTo>
                  <a:pt x="12032" y="14419"/>
                </a:lnTo>
                <a:lnTo>
                  <a:pt x="11910" y="14370"/>
                </a:lnTo>
                <a:lnTo>
                  <a:pt x="11788" y="14321"/>
                </a:lnTo>
                <a:lnTo>
                  <a:pt x="8232" y="12227"/>
                </a:lnTo>
                <a:lnTo>
                  <a:pt x="8232" y="12227"/>
                </a:lnTo>
                <a:lnTo>
                  <a:pt x="8086" y="12154"/>
                </a:lnTo>
                <a:lnTo>
                  <a:pt x="7916" y="12105"/>
                </a:lnTo>
                <a:lnTo>
                  <a:pt x="7721" y="12081"/>
                </a:lnTo>
                <a:lnTo>
                  <a:pt x="7550" y="12081"/>
                </a:lnTo>
                <a:lnTo>
                  <a:pt x="7380" y="12081"/>
                </a:lnTo>
                <a:lnTo>
                  <a:pt x="7185" y="12105"/>
                </a:lnTo>
                <a:lnTo>
                  <a:pt x="7015" y="12154"/>
                </a:lnTo>
                <a:lnTo>
                  <a:pt x="6868" y="12227"/>
                </a:lnTo>
                <a:lnTo>
                  <a:pt x="3313" y="14321"/>
                </a:lnTo>
                <a:lnTo>
                  <a:pt x="3313" y="14321"/>
                </a:lnTo>
                <a:lnTo>
                  <a:pt x="3191" y="14370"/>
                </a:lnTo>
                <a:lnTo>
                  <a:pt x="3069" y="14419"/>
                </a:lnTo>
                <a:lnTo>
                  <a:pt x="2972" y="14394"/>
                </a:lnTo>
                <a:lnTo>
                  <a:pt x="2874" y="14370"/>
                </a:lnTo>
                <a:lnTo>
                  <a:pt x="2826" y="14297"/>
                </a:lnTo>
                <a:lnTo>
                  <a:pt x="2801" y="14200"/>
                </a:lnTo>
                <a:lnTo>
                  <a:pt x="2777" y="14102"/>
                </a:lnTo>
                <a:lnTo>
                  <a:pt x="2801" y="13956"/>
                </a:lnTo>
                <a:lnTo>
                  <a:pt x="3678" y="9913"/>
                </a:lnTo>
                <a:lnTo>
                  <a:pt x="3678" y="9913"/>
                </a:lnTo>
                <a:lnTo>
                  <a:pt x="3702" y="9743"/>
                </a:lnTo>
                <a:lnTo>
                  <a:pt x="3702" y="9572"/>
                </a:lnTo>
                <a:lnTo>
                  <a:pt x="3678" y="9402"/>
                </a:lnTo>
                <a:lnTo>
                  <a:pt x="3629" y="9231"/>
                </a:lnTo>
                <a:lnTo>
                  <a:pt x="3556" y="9061"/>
                </a:lnTo>
                <a:lnTo>
                  <a:pt x="3483" y="8890"/>
                </a:lnTo>
                <a:lnTo>
                  <a:pt x="3386" y="8744"/>
                </a:lnTo>
                <a:lnTo>
                  <a:pt x="3264" y="8622"/>
                </a:lnTo>
                <a:lnTo>
                  <a:pt x="195" y="5895"/>
                </a:lnTo>
                <a:lnTo>
                  <a:pt x="195" y="5895"/>
                </a:lnTo>
                <a:lnTo>
                  <a:pt x="73" y="5773"/>
                </a:lnTo>
                <a:lnTo>
                  <a:pt x="25" y="5675"/>
                </a:lnTo>
                <a:lnTo>
                  <a:pt x="0" y="5578"/>
                </a:lnTo>
                <a:lnTo>
                  <a:pt x="0" y="5505"/>
                </a:lnTo>
                <a:lnTo>
                  <a:pt x="49" y="5407"/>
                </a:lnTo>
                <a:lnTo>
                  <a:pt x="122" y="5359"/>
                </a:lnTo>
                <a:lnTo>
                  <a:pt x="244" y="5310"/>
                </a:lnTo>
                <a:lnTo>
                  <a:pt x="390" y="5286"/>
                </a:lnTo>
                <a:lnTo>
                  <a:pt x="4482" y="4872"/>
                </a:lnTo>
                <a:lnTo>
                  <a:pt x="4482" y="4872"/>
                </a:lnTo>
                <a:lnTo>
                  <a:pt x="4652" y="4847"/>
                </a:lnTo>
                <a:lnTo>
                  <a:pt x="4798" y="4774"/>
                </a:lnTo>
                <a:lnTo>
                  <a:pt x="4969" y="4701"/>
                </a:lnTo>
                <a:lnTo>
                  <a:pt x="5115" y="4604"/>
                </a:lnTo>
                <a:lnTo>
                  <a:pt x="5261" y="4482"/>
                </a:lnTo>
                <a:lnTo>
                  <a:pt x="5383" y="4360"/>
                </a:lnTo>
                <a:lnTo>
                  <a:pt x="5505" y="4214"/>
                </a:lnTo>
                <a:lnTo>
                  <a:pt x="5578" y="4092"/>
                </a:lnTo>
                <a:lnTo>
                  <a:pt x="7234" y="293"/>
                </a:lnTo>
                <a:close/>
              </a:path>
            </a:pathLst>
          </a:custGeom>
          <a:noFill/>
          <a:ln w="12175" cap="rnd"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 name="Google Shape;116;p19"/>
          <p:cNvSpPr/>
          <p:nvPr/>
        </p:nvSpPr>
        <p:spPr>
          <a:xfrm>
            <a:off x="2746847" y="2045899"/>
            <a:ext cx="250224" cy="238923"/>
          </a:xfrm>
          <a:custGeom>
            <a:avLst/>
            <a:gdLst/>
            <a:ahLst/>
            <a:cxnLst/>
            <a:rect l="l" t="t" r="r" b="b"/>
            <a:pathLst>
              <a:path w="15101" h="14419" fill="none" extrusionOk="0">
                <a:moveTo>
                  <a:pt x="7234" y="293"/>
                </a:moveTo>
                <a:lnTo>
                  <a:pt x="7234" y="293"/>
                </a:lnTo>
                <a:lnTo>
                  <a:pt x="7307" y="171"/>
                </a:lnTo>
                <a:lnTo>
                  <a:pt x="7380" y="74"/>
                </a:lnTo>
                <a:lnTo>
                  <a:pt x="7477" y="25"/>
                </a:lnTo>
                <a:lnTo>
                  <a:pt x="7550" y="1"/>
                </a:lnTo>
                <a:lnTo>
                  <a:pt x="7623" y="25"/>
                </a:lnTo>
                <a:lnTo>
                  <a:pt x="7721" y="74"/>
                </a:lnTo>
                <a:lnTo>
                  <a:pt x="7794" y="171"/>
                </a:lnTo>
                <a:lnTo>
                  <a:pt x="7867" y="293"/>
                </a:lnTo>
                <a:lnTo>
                  <a:pt x="9523" y="4092"/>
                </a:lnTo>
                <a:lnTo>
                  <a:pt x="9523" y="4092"/>
                </a:lnTo>
                <a:lnTo>
                  <a:pt x="9596" y="4214"/>
                </a:lnTo>
                <a:lnTo>
                  <a:pt x="9718" y="4360"/>
                </a:lnTo>
                <a:lnTo>
                  <a:pt x="9840" y="4482"/>
                </a:lnTo>
                <a:lnTo>
                  <a:pt x="9986" y="4604"/>
                </a:lnTo>
                <a:lnTo>
                  <a:pt x="10132" y="4701"/>
                </a:lnTo>
                <a:lnTo>
                  <a:pt x="10302" y="4774"/>
                </a:lnTo>
                <a:lnTo>
                  <a:pt x="10449" y="4847"/>
                </a:lnTo>
                <a:lnTo>
                  <a:pt x="10619" y="4872"/>
                </a:lnTo>
                <a:lnTo>
                  <a:pt x="14711" y="5286"/>
                </a:lnTo>
                <a:lnTo>
                  <a:pt x="14711" y="5286"/>
                </a:lnTo>
                <a:lnTo>
                  <a:pt x="14857" y="5310"/>
                </a:lnTo>
                <a:lnTo>
                  <a:pt x="14979" y="5359"/>
                </a:lnTo>
                <a:lnTo>
                  <a:pt x="15052" y="5407"/>
                </a:lnTo>
                <a:lnTo>
                  <a:pt x="15100" y="5505"/>
                </a:lnTo>
                <a:lnTo>
                  <a:pt x="15100" y="5578"/>
                </a:lnTo>
                <a:lnTo>
                  <a:pt x="15076" y="5675"/>
                </a:lnTo>
                <a:lnTo>
                  <a:pt x="15027" y="5773"/>
                </a:lnTo>
                <a:lnTo>
                  <a:pt x="14906" y="5895"/>
                </a:lnTo>
                <a:lnTo>
                  <a:pt x="11837" y="8622"/>
                </a:lnTo>
                <a:lnTo>
                  <a:pt x="11837" y="8622"/>
                </a:lnTo>
                <a:lnTo>
                  <a:pt x="11715" y="8744"/>
                </a:lnTo>
                <a:lnTo>
                  <a:pt x="11618" y="8890"/>
                </a:lnTo>
                <a:lnTo>
                  <a:pt x="11545" y="9061"/>
                </a:lnTo>
                <a:lnTo>
                  <a:pt x="11472" y="9231"/>
                </a:lnTo>
                <a:lnTo>
                  <a:pt x="11423" y="9402"/>
                </a:lnTo>
                <a:lnTo>
                  <a:pt x="11398" y="9572"/>
                </a:lnTo>
                <a:lnTo>
                  <a:pt x="11398" y="9743"/>
                </a:lnTo>
                <a:lnTo>
                  <a:pt x="11423" y="9913"/>
                </a:lnTo>
                <a:lnTo>
                  <a:pt x="12300" y="13956"/>
                </a:lnTo>
                <a:lnTo>
                  <a:pt x="12300" y="13956"/>
                </a:lnTo>
                <a:lnTo>
                  <a:pt x="12324" y="14102"/>
                </a:lnTo>
                <a:lnTo>
                  <a:pt x="12300" y="14200"/>
                </a:lnTo>
                <a:lnTo>
                  <a:pt x="12275" y="14297"/>
                </a:lnTo>
                <a:lnTo>
                  <a:pt x="12227" y="14370"/>
                </a:lnTo>
                <a:lnTo>
                  <a:pt x="12129" y="14394"/>
                </a:lnTo>
                <a:lnTo>
                  <a:pt x="12032" y="14419"/>
                </a:lnTo>
                <a:lnTo>
                  <a:pt x="11910" y="14370"/>
                </a:lnTo>
                <a:lnTo>
                  <a:pt x="11788" y="14321"/>
                </a:lnTo>
                <a:lnTo>
                  <a:pt x="8232" y="12227"/>
                </a:lnTo>
                <a:lnTo>
                  <a:pt x="8232" y="12227"/>
                </a:lnTo>
                <a:lnTo>
                  <a:pt x="8086" y="12154"/>
                </a:lnTo>
                <a:lnTo>
                  <a:pt x="7916" y="12105"/>
                </a:lnTo>
                <a:lnTo>
                  <a:pt x="7721" y="12081"/>
                </a:lnTo>
                <a:lnTo>
                  <a:pt x="7550" y="12081"/>
                </a:lnTo>
                <a:lnTo>
                  <a:pt x="7380" y="12081"/>
                </a:lnTo>
                <a:lnTo>
                  <a:pt x="7185" y="12105"/>
                </a:lnTo>
                <a:lnTo>
                  <a:pt x="7015" y="12154"/>
                </a:lnTo>
                <a:lnTo>
                  <a:pt x="6868" y="12227"/>
                </a:lnTo>
                <a:lnTo>
                  <a:pt x="3313" y="14321"/>
                </a:lnTo>
                <a:lnTo>
                  <a:pt x="3313" y="14321"/>
                </a:lnTo>
                <a:lnTo>
                  <a:pt x="3191" y="14370"/>
                </a:lnTo>
                <a:lnTo>
                  <a:pt x="3069" y="14419"/>
                </a:lnTo>
                <a:lnTo>
                  <a:pt x="2972" y="14394"/>
                </a:lnTo>
                <a:lnTo>
                  <a:pt x="2874" y="14370"/>
                </a:lnTo>
                <a:lnTo>
                  <a:pt x="2826" y="14297"/>
                </a:lnTo>
                <a:lnTo>
                  <a:pt x="2801" y="14200"/>
                </a:lnTo>
                <a:lnTo>
                  <a:pt x="2777" y="14102"/>
                </a:lnTo>
                <a:lnTo>
                  <a:pt x="2801" y="13956"/>
                </a:lnTo>
                <a:lnTo>
                  <a:pt x="3678" y="9913"/>
                </a:lnTo>
                <a:lnTo>
                  <a:pt x="3678" y="9913"/>
                </a:lnTo>
                <a:lnTo>
                  <a:pt x="3702" y="9743"/>
                </a:lnTo>
                <a:lnTo>
                  <a:pt x="3702" y="9572"/>
                </a:lnTo>
                <a:lnTo>
                  <a:pt x="3678" y="9402"/>
                </a:lnTo>
                <a:lnTo>
                  <a:pt x="3629" y="9231"/>
                </a:lnTo>
                <a:lnTo>
                  <a:pt x="3556" y="9061"/>
                </a:lnTo>
                <a:lnTo>
                  <a:pt x="3483" y="8890"/>
                </a:lnTo>
                <a:lnTo>
                  <a:pt x="3386" y="8744"/>
                </a:lnTo>
                <a:lnTo>
                  <a:pt x="3264" y="8622"/>
                </a:lnTo>
                <a:lnTo>
                  <a:pt x="195" y="5895"/>
                </a:lnTo>
                <a:lnTo>
                  <a:pt x="195" y="5895"/>
                </a:lnTo>
                <a:lnTo>
                  <a:pt x="73" y="5773"/>
                </a:lnTo>
                <a:lnTo>
                  <a:pt x="25" y="5675"/>
                </a:lnTo>
                <a:lnTo>
                  <a:pt x="0" y="5578"/>
                </a:lnTo>
                <a:lnTo>
                  <a:pt x="0" y="5505"/>
                </a:lnTo>
                <a:lnTo>
                  <a:pt x="49" y="5407"/>
                </a:lnTo>
                <a:lnTo>
                  <a:pt x="122" y="5359"/>
                </a:lnTo>
                <a:lnTo>
                  <a:pt x="244" y="5310"/>
                </a:lnTo>
                <a:lnTo>
                  <a:pt x="390" y="5286"/>
                </a:lnTo>
                <a:lnTo>
                  <a:pt x="4482" y="4872"/>
                </a:lnTo>
                <a:lnTo>
                  <a:pt x="4482" y="4872"/>
                </a:lnTo>
                <a:lnTo>
                  <a:pt x="4652" y="4847"/>
                </a:lnTo>
                <a:lnTo>
                  <a:pt x="4798" y="4774"/>
                </a:lnTo>
                <a:lnTo>
                  <a:pt x="4969" y="4701"/>
                </a:lnTo>
                <a:lnTo>
                  <a:pt x="5115" y="4604"/>
                </a:lnTo>
                <a:lnTo>
                  <a:pt x="5261" y="4482"/>
                </a:lnTo>
                <a:lnTo>
                  <a:pt x="5383" y="4360"/>
                </a:lnTo>
                <a:lnTo>
                  <a:pt x="5505" y="4214"/>
                </a:lnTo>
                <a:lnTo>
                  <a:pt x="5578" y="4092"/>
                </a:lnTo>
                <a:lnTo>
                  <a:pt x="7234" y="293"/>
                </a:lnTo>
                <a:close/>
              </a:path>
            </a:pathLst>
          </a:custGeom>
          <a:noFill/>
          <a:ln w="12175" cap="rnd"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18"/>
          <p:cNvSpPr txBox="1">
            <a:spLocks noGrp="1"/>
          </p:cNvSpPr>
          <p:nvPr>
            <p:ph type="title"/>
          </p:nvPr>
        </p:nvSpPr>
        <p:spPr>
          <a:xfrm>
            <a:off x="109075" y="1626750"/>
            <a:ext cx="1807200" cy="857400"/>
          </a:xfrm>
          <a:prstGeom prst="rect">
            <a:avLst/>
          </a:prstGeom>
        </p:spPr>
        <p:txBody>
          <a:bodyPr spcFirstLastPara="1" wrap="square" lIns="91425" tIns="91425" rIns="91425" bIns="91425" anchor="t" anchorCtr="0">
            <a:noAutofit/>
          </a:bodyPr>
          <a:lstStyle/>
          <a:p>
            <a:pPr lvl="1"/>
            <a:r>
              <a:rPr lang="en-US" sz="2400"/>
              <a:t>Lập trình trên điện thoại</a:t>
            </a:r>
          </a:p>
        </p:txBody>
      </p:sp>
      <p:sp>
        <p:nvSpPr>
          <p:cNvPr id="98" name="Google Shape;98;p18"/>
          <p:cNvSpPr txBox="1">
            <a:spLocks noGrp="1"/>
          </p:cNvSpPr>
          <p:nvPr>
            <p:ph type="sldNum" idx="12"/>
          </p:nvPr>
        </p:nvSpPr>
        <p:spPr>
          <a:xfrm>
            <a:off x="109075" y="146024"/>
            <a:ext cx="1807200" cy="1252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fld id="{00000000-1234-1234-1234-123412341234}" type="slidenum">
              <a:rPr lang="en"/>
              <a:t>17</a:t>
            </a:fld>
            <a:endParaRPr/>
          </a:p>
        </p:txBody>
      </p:sp>
      <p:sp>
        <p:nvSpPr>
          <p:cNvPr id="5" name="Google Shape;97;p18"/>
          <p:cNvSpPr txBox="1">
            <a:spLocks/>
          </p:cNvSpPr>
          <p:nvPr/>
        </p:nvSpPr>
        <p:spPr>
          <a:xfrm>
            <a:off x="2111828" y="388464"/>
            <a:ext cx="7032172" cy="424885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419100" algn="l" rtl="0">
              <a:lnSpc>
                <a:spcPct val="100000"/>
              </a:lnSpc>
              <a:spcBef>
                <a:spcPts val="600"/>
              </a:spcBef>
              <a:spcAft>
                <a:spcPts val="0"/>
              </a:spcAft>
              <a:buClr>
                <a:srgbClr val="6FA8DC"/>
              </a:buClr>
              <a:buSzPts val="3000"/>
              <a:buFont typeface="Roboto"/>
              <a:buChar char="▸"/>
              <a:defRPr sz="3000" b="0" i="0" u="none" strike="noStrike" cap="none">
                <a:solidFill>
                  <a:schemeClr val="dk1"/>
                </a:solidFill>
                <a:latin typeface="Roboto"/>
                <a:ea typeface="Roboto"/>
                <a:cs typeface="Roboto"/>
                <a:sym typeface="Roboto"/>
              </a:defRPr>
            </a:lvl1pPr>
            <a:lvl2pPr marL="914400" marR="0" lvl="1" indent="-381000" algn="l" rtl="0">
              <a:lnSpc>
                <a:spcPct val="100000"/>
              </a:lnSpc>
              <a:spcBef>
                <a:spcPts val="0"/>
              </a:spcBef>
              <a:spcAft>
                <a:spcPts val="0"/>
              </a:spcAft>
              <a:buClr>
                <a:srgbClr val="6FA8DC"/>
              </a:buClr>
              <a:buSzPts val="2400"/>
              <a:buFont typeface="Roboto"/>
              <a:buChar char="▹"/>
              <a:defRPr sz="2400" b="0" i="0" u="none" strike="noStrike" cap="none">
                <a:solidFill>
                  <a:schemeClr val="dk1"/>
                </a:solidFill>
                <a:latin typeface="Roboto"/>
                <a:ea typeface="Roboto"/>
                <a:cs typeface="Roboto"/>
                <a:sym typeface="Roboto"/>
              </a:defRPr>
            </a:lvl2pPr>
            <a:lvl3pPr marL="1371600" marR="0" lvl="2" indent="-381000" algn="l" rtl="0">
              <a:lnSpc>
                <a:spcPct val="100000"/>
              </a:lnSpc>
              <a:spcBef>
                <a:spcPts val="0"/>
              </a:spcBef>
              <a:spcAft>
                <a:spcPts val="0"/>
              </a:spcAft>
              <a:buClr>
                <a:srgbClr val="6FA8DC"/>
              </a:buClr>
              <a:buSzPts val="2400"/>
              <a:buFont typeface="Roboto"/>
              <a:buChar char="■"/>
              <a:defRPr sz="2400" b="0" i="0" u="none" strike="noStrike" cap="none">
                <a:solidFill>
                  <a:schemeClr val="dk1"/>
                </a:solidFill>
                <a:latin typeface="Roboto"/>
                <a:ea typeface="Roboto"/>
                <a:cs typeface="Roboto"/>
                <a:sym typeface="Roboto"/>
              </a:defRPr>
            </a:lvl3pPr>
            <a:lvl4pPr marL="1828800" marR="0" lvl="3" indent="-342900" algn="l" rtl="0">
              <a:lnSpc>
                <a:spcPct val="100000"/>
              </a:lnSpc>
              <a:spcBef>
                <a:spcPts val="0"/>
              </a:spcBef>
              <a:spcAft>
                <a:spcPts val="0"/>
              </a:spcAft>
              <a:buClr>
                <a:srgbClr val="6FA8DC"/>
              </a:buClr>
              <a:buSzPts val="1800"/>
              <a:buFont typeface="Roboto"/>
              <a:buChar char="●"/>
              <a:defRPr sz="1800" b="0" i="0" u="none" strike="noStrike" cap="none">
                <a:solidFill>
                  <a:schemeClr val="dk1"/>
                </a:solidFill>
                <a:latin typeface="Roboto"/>
                <a:ea typeface="Roboto"/>
                <a:cs typeface="Roboto"/>
                <a:sym typeface="Roboto"/>
              </a:defRPr>
            </a:lvl4pPr>
            <a:lvl5pPr marL="2286000" marR="0" lvl="4" indent="-342900" algn="l" rtl="0">
              <a:lnSpc>
                <a:spcPct val="100000"/>
              </a:lnSpc>
              <a:spcBef>
                <a:spcPts val="0"/>
              </a:spcBef>
              <a:spcAft>
                <a:spcPts val="0"/>
              </a:spcAft>
              <a:buClr>
                <a:schemeClr val="dk1"/>
              </a:buClr>
              <a:buSzPts val="1800"/>
              <a:buFont typeface="Roboto"/>
              <a:buChar char="○"/>
              <a:defRPr sz="1800" b="0" i="0" u="none" strike="noStrike" cap="none">
                <a:solidFill>
                  <a:schemeClr val="dk1"/>
                </a:solidFill>
                <a:latin typeface="Roboto"/>
                <a:ea typeface="Roboto"/>
                <a:cs typeface="Roboto"/>
                <a:sym typeface="Roboto"/>
              </a:defRPr>
            </a:lvl5pPr>
            <a:lvl6pPr marL="2743200" marR="0" lvl="5" indent="-342900" algn="l" rtl="0">
              <a:lnSpc>
                <a:spcPct val="100000"/>
              </a:lnSpc>
              <a:spcBef>
                <a:spcPts val="0"/>
              </a:spcBef>
              <a:spcAft>
                <a:spcPts val="0"/>
              </a:spcAft>
              <a:buClr>
                <a:schemeClr val="dk1"/>
              </a:buClr>
              <a:buSzPts val="1800"/>
              <a:buFont typeface="Roboto"/>
              <a:buChar char="■"/>
              <a:defRPr sz="1800" b="0" i="0" u="none" strike="noStrike" cap="none">
                <a:solidFill>
                  <a:schemeClr val="dk1"/>
                </a:solidFill>
                <a:latin typeface="Roboto"/>
                <a:ea typeface="Roboto"/>
                <a:cs typeface="Roboto"/>
                <a:sym typeface="Roboto"/>
              </a:defRPr>
            </a:lvl6pPr>
            <a:lvl7pPr marL="3200400" marR="0" lvl="6" indent="-342900" algn="l" rtl="0">
              <a:lnSpc>
                <a:spcPct val="100000"/>
              </a:lnSpc>
              <a:spcBef>
                <a:spcPts val="0"/>
              </a:spcBef>
              <a:spcAft>
                <a:spcPts val="0"/>
              </a:spcAft>
              <a:buClr>
                <a:schemeClr val="dk1"/>
              </a:buClr>
              <a:buSzPts val="1800"/>
              <a:buFont typeface="Roboto"/>
              <a:buChar char="●"/>
              <a:defRPr sz="1800" b="0" i="0" u="none" strike="noStrike" cap="none">
                <a:solidFill>
                  <a:schemeClr val="dk1"/>
                </a:solidFill>
                <a:latin typeface="Roboto"/>
                <a:ea typeface="Roboto"/>
                <a:cs typeface="Roboto"/>
                <a:sym typeface="Roboto"/>
              </a:defRPr>
            </a:lvl7pPr>
            <a:lvl8pPr marL="3657600" marR="0" lvl="7" indent="-342900" algn="l" rtl="0">
              <a:lnSpc>
                <a:spcPct val="100000"/>
              </a:lnSpc>
              <a:spcBef>
                <a:spcPts val="0"/>
              </a:spcBef>
              <a:spcAft>
                <a:spcPts val="0"/>
              </a:spcAft>
              <a:buClr>
                <a:schemeClr val="dk1"/>
              </a:buClr>
              <a:buSzPts val="1800"/>
              <a:buFont typeface="Roboto"/>
              <a:buChar char="○"/>
              <a:defRPr sz="1800" b="0" i="0" u="none" strike="noStrike" cap="none">
                <a:solidFill>
                  <a:schemeClr val="dk1"/>
                </a:solidFill>
                <a:latin typeface="Roboto"/>
                <a:ea typeface="Roboto"/>
                <a:cs typeface="Roboto"/>
                <a:sym typeface="Roboto"/>
              </a:defRPr>
            </a:lvl8pPr>
            <a:lvl9pPr marL="4114800" marR="0" lvl="8" indent="-342900" algn="l" rtl="0">
              <a:lnSpc>
                <a:spcPct val="100000"/>
              </a:lnSpc>
              <a:spcBef>
                <a:spcPts val="0"/>
              </a:spcBef>
              <a:spcAft>
                <a:spcPts val="0"/>
              </a:spcAft>
              <a:buClr>
                <a:schemeClr val="dk1"/>
              </a:buClr>
              <a:buSzPts val="1800"/>
              <a:buFont typeface="Roboto"/>
              <a:buChar char="■"/>
              <a:defRPr sz="1800" b="0" i="0" u="none" strike="noStrike" cap="none">
                <a:solidFill>
                  <a:schemeClr val="dk1"/>
                </a:solidFill>
                <a:latin typeface="Roboto"/>
                <a:ea typeface="Roboto"/>
                <a:cs typeface="Roboto"/>
                <a:sym typeface="Roboto"/>
              </a:defRPr>
            </a:lvl9pPr>
          </a:lstStyle>
          <a:p>
            <a:pPr marL="457200" lvl="3" indent="-419100">
              <a:spcBef>
                <a:spcPts val="600"/>
              </a:spcBef>
              <a:buClr>
                <a:schemeClr val="accent3"/>
              </a:buClr>
              <a:buSzPts val="3000"/>
              <a:buFont typeface="Roboto"/>
              <a:buChar char="▸"/>
            </a:pPr>
            <a:r>
              <a:rPr lang="en-US"/>
              <a:t>T</a:t>
            </a:r>
            <a:r>
              <a:rPr lang="en-US" smtClean="0"/>
              <a:t>hị </a:t>
            </a:r>
            <a:r>
              <a:rPr lang="en-US"/>
              <a:t>trường Việt Nam có 2 hệ điều hành chính: Android và </a:t>
            </a:r>
            <a:r>
              <a:rPr lang="en-US" smtClean="0"/>
              <a:t>iOS</a:t>
            </a:r>
          </a:p>
          <a:p>
            <a:pPr marL="457200" lvl="3" indent="-419100">
              <a:spcBef>
                <a:spcPts val="600"/>
              </a:spcBef>
              <a:buClr>
                <a:schemeClr val="accent3"/>
              </a:buClr>
              <a:buSzPts val="3000"/>
              <a:buFont typeface="Roboto"/>
              <a:buChar char="▸"/>
            </a:pPr>
            <a:endParaRPr lang="en-US" smtClean="0"/>
          </a:p>
          <a:p>
            <a:pPr marL="457200" lvl="3" indent="-419100">
              <a:spcBef>
                <a:spcPts val="600"/>
              </a:spcBef>
              <a:buClr>
                <a:schemeClr val="accent3"/>
              </a:buClr>
              <a:buSzPts val="3000"/>
              <a:buFont typeface="Roboto"/>
              <a:buChar char="▸"/>
            </a:pPr>
            <a:r>
              <a:rPr lang="en-US"/>
              <a:t>Lập trình Android</a:t>
            </a:r>
            <a:r>
              <a:rPr lang="en-US" smtClean="0"/>
              <a:t>:</a:t>
            </a:r>
          </a:p>
          <a:p>
            <a:pPr marL="914400" lvl="4" indent="-419100">
              <a:spcBef>
                <a:spcPts val="600"/>
              </a:spcBef>
              <a:buClr>
                <a:schemeClr val="accent3"/>
              </a:buClr>
              <a:buSzPts val="3000"/>
              <a:buFont typeface="Roboto"/>
              <a:buChar char="▸"/>
            </a:pPr>
            <a:r>
              <a:rPr lang="en-US"/>
              <a:t>Ngôn ngữ lập trình cho Android: Java, </a:t>
            </a:r>
            <a:r>
              <a:rPr lang="en-US" smtClean="0"/>
              <a:t>kotlin</a:t>
            </a:r>
          </a:p>
          <a:p>
            <a:pPr marL="914400" lvl="4" indent="-419100">
              <a:spcBef>
                <a:spcPts val="600"/>
              </a:spcBef>
              <a:buClr>
                <a:schemeClr val="accent3"/>
              </a:buClr>
              <a:buSzPts val="3000"/>
              <a:buFont typeface="Roboto"/>
              <a:buChar char="▸"/>
            </a:pPr>
            <a:r>
              <a:rPr lang="en-US"/>
              <a:t>Sử dụng hệ quản trị SqLite</a:t>
            </a:r>
          </a:p>
          <a:p>
            <a:pPr marL="457200" lvl="3" indent="-419100">
              <a:spcBef>
                <a:spcPts val="600"/>
              </a:spcBef>
              <a:buClr>
                <a:schemeClr val="accent3"/>
              </a:buClr>
              <a:buSzPts val="3000"/>
              <a:buFont typeface="Roboto"/>
              <a:buChar char="▸"/>
            </a:pPr>
            <a:r>
              <a:rPr lang="en-US"/>
              <a:t>Lập trình iOS</a:t>
            </a:r>
          </a:p>
          <a:p>
            <a:pPr marL="914400" lvl="4" indent="-419100">
              <a:spcBef>
                <a:spcPts val="600"/>
              </a:spcBef>
              <a:buClr>
                <a:schemeClr val="accent3"/>
              </a:buClr>
              <a:buSzPts val="3000"/>
              <a:buFont typeface="Roboto"/>
              <a:buChar char="▸"/>
            </a:pPr>
            <a:r>
              <a:rPr lang="en-US"/>
              <a:t>Ngôn ngữ lập trình cho iOS: Objective-C, Swift</a:t>
            </a:r>
          </a:p>
          <a:p>
            <a:pPr marL="914400" lvl="4" indent="-419100">
              <a:spcBef>
                <a:spcPts val="600"/>
              </a:spcBef>
              <a:buClr>
                <a:schemeClr val="accent3"/>
              </a:buClr>
              <a:buSzPts val="3000"/>
              <a:buFont typeface="Roboto"/>
              <a:buChar char="▸"/>
            </a:pPr>
            <a:r>
              <a:rPr lang="en-US" smtClean="0"/>
              <a:t>Sử </a:t>
            </a:r>
            <a:r>
              <a:rPr lang="en-US"/>
              <a:t>dụng hệ quản trị SqLite</a:t>
            </a:r>
          </a:p>
          <a:p>
            <a:pPr marL="457200" lvl="3" indent="-419100">
              <a:spcBef>
                <a:spcPts val="600"/>
              </a:spcBef>
              <a:buClr>
                <a:schemeClr val="accent3"/>
              </a:buClr>
              <a:buSzPts val="3000"/>
              <a:buFont typeface="Roboto"/>
              <a:buChar char="▸"/>
            </a:pPr>
            <a:endParaRPr lang="en-US" smtClean="0"/>
          </a:p>
          <a:p>
            <a:pPr marL="495300" lvl="4" indent="0">
              <a:spcBef>
                <a:spcPts val="600"/>
              </a:spcBef>
              <a:buClr>
                <a:schemeClr val="accent3"/>
              </a:buClr>
              <a:buSzPts val="3000"/>
              <a:buNone/>
            </a:pPr>
            <a:endParaRPr lang="en-US"/>
          </a:p>
          <a:p>
            <a:pPr marL="457200" lvl="3" indent="-419100">
              <a:spcBef>
                <a:spcPts val="600"/>
              </a:spcBef>
              <a:buClr>
                <a:schemeClr val="accent3"/>
              </a:buClr>
              <a:buSzPts val="3000"/>
              <a:buFont typeface="Roboto"/>
              <a:buChar char="▸"/>
            </a:pPr>
            <a:endParaRPr lang="en-US" smtClean="0"/>
          </a:p>
        </p:txBody>
      </p:sp>
    </p:spTree>
    <p:extLst>
      <p:ext uri="{BB962C8B-B14F-4D97-AF65-F5344CB8AC3E}">
        <p14:creationId xmlns:p14="http://schemas.microsoft.com/office/powerpoint/2010/main" val="69507674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18"/>
          <p:cNvSpPr txBox="1">
            <a:spLocks noGrp="1"/>
          </p:cNvSpPr>
          <p:nvPr>
            <p:ph type="title"/>
          </p:nvPr>
        </p:nvSpPr>
        <p:spPr>
          <a:xfrm>
            <a:off x="109075" y="1626750"/>
            <a:ext cx="1807200" cy="857400"/>
          </a:xfrm>
          <a:prstGeom prst="rect">
            <a:avLst/>
          </a:prstGeom>
        </p:spPr>
        <p:txBody>
          <a:bodyPr spcFirstLastPara="1" wrap="square" lIns="91425" tIns="91425" rIns="91425" bIns="91425" anchor="t" anchorCtr="0">
            <a:noAutofit/>
          </a:bodyPr>
          <a:lstStyle/>
          <a:p>
            <a:pPr lvl="1"/>
            <a:r>
              <a:rPr lang="en-US" sz="2400"/>
              <a:t>Lập trình web</a:t>
            </a:r>
            <a:endParaRPr lang="en-US" sz="2000"/>
          </a:p>
        </p:txBody>
      </p:sp>
      <p:sp>
        <p:nvSpPr>
          <p:cNvPr id="97" name="Google Shape;97;p18"/>
          <p:cNvSpPr txBox="1">
            <a:spLocks noGrp="1"/>
          </p:cNvSpPr>
          <p:nvPr>
            <p:ph type="body" idx="1"/>
          </p:nvPr>
        </p:nvSpPr>
        <p:spPr>
          <a:xfrm>
            <a:off x="2111828" y="2734521"/>
            <a:ext cx="7032172" cy="2297896"/>
          </a:xfrm>
          <a:prstGeom prst="rect">
            <a:avLst/>
          </a:prstGeom>
        </p:spPr>
        <p:txBody>
          <a:bodyPr spcFirstLastPara="1" wrap="square" lIns="91425" tIns="91425" rIns="91425" bIns="91425" anchor="t" anchorCtr="0">
            <a:noAutofit/>
          </a:bodyPr>
          <a:lstStyle/>
          <a:p>
            <a:pPr marL="457200" lvl="0" indent="-419100" algn="l" rtl="0">
              <a:spcBef>
                <a:spcPts val="600"/>
              </a:spcBef>
              <a:spcAft>
                <a:spcPts val="0"/>
              </a:spcAft>
              <a:buClr>
                <a:schemeClr val="accent3"/>
              </a:buClr>
              <a:buSzPts val="3000"/>
              <a:buChar char="▸"/>
            </a:pPr>
            <a:r>
              <a:rPr lang="en-US" smtClean="0"/>
              <a:t>Back-End</a:t>
            </a:r>
          </a:p>
          <a:p>
            <a:pPr marL="457200" lvl="3" indent="-419100">
              <a:spcBef>
                <a:spcPts val="600"/>
              </a:spcBef>
              <a:buClr>
                <a:schemeClr val="accent3"/>
              </a:buClr>
              <a:buSzPts val="3000"/>
              <a:buFont typeface="Roboto"/>
              <a:buChar char="▸"/>
            </a:pPr>
            <a:r>
              <a:rPr lang="en-US"/>
              <a:t>Đây là phần về xử lí, lưu trữ và sử dụng Data</a:t>
            </a:r>
          </a:p>
          <a:p>
            <a:pPr marL="457200" lvl="3" indent="-419100">
              <a:spcBef>
                <a:spcPts val="600"/>
              </a:spcBef>
              <a:buClr>
                <a:schemeClr val="accent3"/>
              </a:buClr>
              <a:buSzPts val="3000"/>
              <a:buFont typeface="Roboto"/>
              <a:buChar char="▸"/>
            </a:pPr>
            <a:r>
              <a:rPr lang="en-US"/>
              <a:t>Nó là cách mà web và app hoạt động</a:t>
            </a:r>
          </a:p>
          <a:p>
            <a:pPr marL="457200" lvl="3" indent="-419100">
              <a:spcBef>
                <a:spcPts val="600"/>
              </a:spcBef>
              <a:buClr>
                <a:schemeClr val="accent3"/>
              </a:buClr>
              <a:buSzPts val="3000"/>
              <a:buFont typeface="Roboto"/>
              <a:buChar char="▸"/>
            </a:pPr>
            <a:r>
              <a:rPr lang="en-US"/>
              <a:t>Lập trình Backend thường dùng tới PHP, Python, Golang, Java, Javascript và Ruby</a:t>
            </a:r>
          </a:p>
          <a:p>
            <a:pPr marL="457200" lvl="3" indent="-419100">
              <a:spcBef>
                <a:spcPts val="600"/>
              </a:spcBef>
              <a:buClr>
                <a:schemeClr val="accent3"/>
              </a:buClr>
              <a:buSzPts val="3000"/>
              <a:buFont typeface="Roboto"/>
              <a:buChar char="▸"/>
            </a:pPr>
            <a:endParaRPr lang="en-US"/>
          </a:p>
          <a:p>
            <a:pPr marL="457200" lvl="3" indent="-419100">
              <a:spcBef>
                <a:spcPts val="600"/>
              </a:spcBef>
              <a:buClr>
                <a:schemeClr val="accent3"/>
              </a:buClr>
              <a:buSzPts val="3000"/>
              <a:buFont typeface="Roboto"/>
              <a:buChar char="▸"/>
            </a:pPr>
            <a:endParaRPr lang="en-US"/>
          </a:p>
          <a:p>
            <a:pPr marL="457200" lvl="3" indent="-419100">
              <a:spcBef>
                <a:spcPts val="600"/>
              </a:spcBef>
              <a:buClr>
                <a:schemeClr val="accent3"/>
              </a:buClr>
              <a:buSzPts val="3000"/>
              <a:buFont typeface="Roboto"/>
              <a:buChar char="▸"/>
            </a:pPr>
            <a:endParaRPr lang="en-US" sz="1800" smtClean="0"/>
          </a:p>
          <a:p>
            <a:pPr>
              <a:buClr>
                <a:schemeClr val="accent3"/>
              </a:buClr>
            </a:pPr>
            <a:endParaRPr lang="en-US" sz="1800"/>
          </a:p>
          <a:p>
            <a:pPr lvl="0">
              <a:buClr>
                <a:schemeClr val="accent3"/>
              </a:buClr>
            </a:pPr>
            <a:endParaRPr lang="en-US" sz="1800" smtClean="0"/>
          </a:p>
          <a:p>
            <a:pPr marL="457200" lvl="0" indent="-419100" algn="l" rtl="0">
              <a:spcBef>
                <a:spcPts val="600"/>
              </a:spcBef>
              <a:spcAft>
                <a:spcPts val="0"/>
              </a:spcAft>
              <a:buClr>
                <a:schemeClr val="accent3"/>
              </a:buClr>
              <a:buSzPts val="3000"/>
              <a:buChar char="▸"/>
            </a:pPr>
            <a:endParaRPr/>
          </a:p>
        </p:txBody>
      </p:sp>
      <p:sp>
        <p:nvSpPr>
          <p:cNvPr id="98" name="Google Shape;98;p18"/>
          <p:cNvSpPr txBox="1">
            <a:spLocks noGrp="1"/>
          </p:cNvSpPr>
          <p:nvPr>
            <p:ph type="sldNum" idx="12"/>
          </p:nvPr>
        </p:nvSpPr>
        <p:spPr>
          <a:xfrm>
            <a:off x="109075" y="146024"/>
            <a:ext cx="1807200" cy="1252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fld id="{00000000-1234-1234-1234-123412341234}" type="slidenum">
              <a:rPr lang="en"/>
              <a:t>18</a:t>
            </a:fld>
            <a:endParaRPr/>
          </a:p>
        </p:txBody>
      </p:sp>
      <p:sp>
        <p:nvSpPr>
          <p:cNvPr id="6" name="Google Shape;97;p18"/>
          <p:cNvSpPr txBox="1">
            <a:spLocks/>
          </p:cNvSpPr>
          <p:nvPr/>
        </p:nvSpPr>
        <p:spPr>
          <a:xfrm>
            <a:off x="2111828" y="69757"/>
            <a:ext cx="7032173" cy="2575472"/>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419100" algn="l" rtl="0">
              <a:lnSpc>
                <a:spcPct val="100000"/>
              </a:lnSpc>
              <a:spcBef>
                <a:spcPts val="600"/>
              </a:spcBef>
              <a:spcAft>
                <a:spcPts val="0"/>
              </a:spcAft>
              <a:buClr>
                <a:srgbClr val="6FA8DC"/>
              </a:buClr>
              <a:buSzPts val="3000"/>
              <a:buFont typeface="Roboto"/>
              <a:buChar char="▸"/>
              <a:defRPr sz="3000" b="0" i="0" u="none" strike="noStrike" cap="none">
                <a:solidFill>
                  <a:schemeClr val="dk1"/>
                </a:solidFill>
                <a:latin typeface="Roboto"/>
                <a:ea typeface="Roboto"/>
                <a:cs typeface="Roboto"/>
                <a:sym typeface="Roboto"/>
              </a:defRPr>
            </a:lvl1pPr>
            <a:lvl2pPr marL="914400" marR="0" lvl="1" indent="-381000" algn="l" rtl="0">
              <a:lnSpc>
                <a:spcPct val="100000"/>
              </a:lnSpc>
              <a:spcBef>
                <a:spcPts val="0"/>
              </a:spcBef>
              <a:spcAft>
                <a:spcPts val="0"/>
              </a:spcAft>
              <a:buClr>
                <a:srgbClr val="6FA8DC"/>
              </a:buClr>
              <a:buSzPts val="2400"/>
              <a:buFont typeface="Roboto"/>
              <a:buChar char="▹"/>
              <a:defRPr sz="2400" b="0" i="0" u="none" strike="noStrike" cap="none">
                <a:solidFill>
                  <a:schemeClr val="dk1"/>
                </a:solidFill>
                <a:latin typeface="Roboto"/>
                <a:ea typeface="Roboto"/>
                <a:cs typeface="Roboto"/>
                <a:sym typeface="Roboto"/>
              </a:defRPr>
            </a:lvl2pPr>
            <a:lvl3pPr marL="1371600" marR="0" lvl="2" indent="-381000" algn="l" rtl="0">
              <a:lnSpc>
                <a:spcPct val="100000"/>
              </a:lnSpc>
              <a:spcBef>
                <a:spcPts val="0"/>
              </a:spcBef>
              <a:spcAft>
                <a:spcPts val="0"/>
              </a:spcAft>
              <a:buClr>
                <a:srgbClr val="6FA8DC"/>
              </a:buClr>
              <a:buSzPts val="2400"/>
              <a:buFont typeface="Roboto"/>
              <a:buChar char="■"/>
              <a:defRPr sz="2400" b="0" i="0" u="none" strike="noStrike" cap="none">
                <a:solidFill>
                  <a:schemeClr val="dk1"/>
                </a:solidFill>
                <a:latin typeface="Roboto"/>
                <a:ea typeface="Roboto"/>
                <a:cs typeface="Roboto"/>
                <a:sym typeface="Roboto"/>
              </a:defRPr>
            </a:lvl3pPr>
            <a:lvl4pPr marL="1828800" marR="0" lvl="3" indent="-342900" algn="l" rtl="0">
              <a:lnSpc>
                <a:spcPct val="100000"/>
              </a:lnSpc>
              <a:spcBef>
                <a:spcPts val="0"/>
              </a:spcBef>
              <a:spcAft>
                <a:spcPts val="0"/>
              </a:spcAft>
              <a:buClr>
                <a:srgbClr val="6FA8DC"/>
              </a:buClr>
              <a:buSzPts val="1800"/>
              <a:buFont typeface="Roboto"/>
              <a:buChar char="●"/>
              <a:defRPr sz="1800" b="0" i="0" u="none" strike="noStrike" cap="none">
                <a:solidFill>
                  <a:schemeClr val="dk1"/>
                </a:solidFill>
                <a:latin typeface="Roboto"/>
                <a:ea typeface="Roboto"/>
                <a:cs typeface="Roboto"/>
                <a:sym typeface="Roboto"/>
              </a:defRPr>
            </a:lvl4pPr>
            <a:lvl5pPr marL="2286000" marR="0" lvl="4" indent="-342900" algn="l" rtl="0">
              <a:lnSpc>
                <a:spcPct val="100000"/>
              </a:lnSpc>
              <a:spcBef>
                <a:spcPts val="0"/>
              </a:spcBef>
              <a:spcAft>
                <a:spcPts val="0"/>
              </a:spcAft>
              <a:buClr>
                <a:schemeClr val="dk1"/>
              </a:buClr>
              <a:buSzPts val="1800"/>
              <a:buFont typeface="Roboto"/>
              <a:buChar char="○"/>
              <a:defRPr sz="1800" b="0" i="0" u="none" strike="noStrike" cap="none">
                <a:solidFill>
                  <a:schemeClr val="dk1"/>
                </a:solidFill>
                <a:latin typeface="Roboto"/>
                <a:ea typeface="Roboto"/>
                <a:cs typeface="Roboto"/>
                <a:sym typeface="Roboto"/>
              </a:defRPr>
            </a:lvl5pPr>
            <a:lvl6pPr marL="2743200" marR="0" lvl="5" indent="-342900" algn="l" rtl="0">
              <a:lnSpc>
                <a:spcPct val="100000"/>
              </a:lnSpc>
              <a:spcBef>
                <a:spcPts val="0"/>
              </a:spcBef>
              <a:spcAft>
                <a:spcPts val="0"/>
              </a:spcAft>
              <a:buClr>
                <a:schemeClr val="dk1"/>
              </a:buClr>
              <a:buSzPts val="1800"/>
              <a:buFont typeface="Roboto"/>
              <a:buChar char="■"/>
              <a:defRPr sz="1800" b="0" i="0" u="none" strike="noStrike" cap="none">
                <a:solidFill>
                  <a:schemeClr val="dk1"/>
                </a:solidFill>
                <a:latin typeface="Roboto"/>
                <a:ea typeface="Roboto"/>
                <a:cs typeface="Roboto"/>
                <a:sym typeface="Roboto"/>
              </a:defRPr>
            </a:lvl6pPr>
            <a:lvl7pPr marL="3200400" marR="0" lvl="6" indent="-342900" algn="l" rtl="0">
              <a:lnSpc>
                <a:spcPct val="100000"/>
              </a:lnSpc>
              <a:spcBef>
                <a:spcPts val="0"/>
              </a:spcBef>
              <a:spcAft>
                <a:spcPts val="0"/>
              </a:spcAft>
              <a:buClr>
                <a:schemeClr val="dk1"/>
              </a:buClr>
              <a:buSzPts val="1800"/>
              <a:buFont typeface="Roboto"/>
              <a:buChar char="●"/>
              <a:defRPr sz="1800" b="0" i="0" u="none" strike="noStrike" cap="none">
                <a:solidFill>
                  <a:schemeClr val="dk1"/>
                </a:solidFill>
                <a:latin typeface="Roboto"/>
                <a:ea typeface="Roboto"/>
                <a:cs typeface="Roboto"/>
                <a:sym typeface="Roboto"/>
              </a:defRPr>
            </a:lvl7pPr>
            <a:lvl8pPr marL="3657600" marR="0" lvl="7" indent="-342900" algn="l" rtl="0">
              <a:lnSpc>
                <a:spcPct val="100000"/>
              </a:lnSpc>
              <a:spcBef>
                <a:spcPts val="0"/>
              </a:spcBef>
              <a:spcAft>
                <a:spcPts val="0"/>
              </a:spcAft>
              <a:buClr>
                <a:schemeClr val="dk1"/>
              </a:buClr>
              <a:buSzPts val="1800"/>
              <a:buFont typeface="Roboto"/>
              <a:buChar char="○"/>
              <a:defRPr sz="1800" b="0" i="0" u="none" strike="noStrike" cap="none">
                <a:solidFill>
                  <a:schemeClr val="dk1"/>
                </a:solidFill>
                <a:latin typeface="Roboto"/>
                <a:ea typeface="Roboto"/>
                <a:cs typeface="Roboto"/>
                <a:sym typeface="Roboto"/>
              </a:defRPr>
            </a:lvl8pPr>
            <a:lvl9pPr marL="4114800" marR="0" lvl="8" indent="-342900" algn="l" rtl="0">
              <a:lnSpc>
                <a:spcPct val="100000"/>
              </a:lnSpc>
              <a:spcBef>
                <a:spcPts val="0"/>
              </a:spcBef>
              <a:spcAft>
                <a:spcPts val="0"/>
              </a:spcAft>
              <a:buClr>
                <a:schemeClr val="dk1"/>
              </a:buClr>
              <a:buSzPts val="1800"/>
              <a:buFont typeface="Roboto"/>
              <a:buChar char="■"/>
              <a:defRPr sz="1800" b="0" i="0" u="none" strike="noStrike" cap="none">
                <a:solidFill>
                  <a:schemeClr val="dk1"/>
                </a:solidFill>
                <a:latin typeface="Roboto"/>
                <a:ea typeface="Roboto"/>
                <a:cs typeface="Roboto"/>
                <a:sym typeface="Roboto"/>
              </a:defRPr>
            </a:lvl9pPr>
          </a:lstStyle>
          <a:p>
            <a:pPr>
              <a:buClr>
                <a:schemeClr val="accent3"/>
              </a:buClr>
            </a:pPr>
            <a:r>
              <a:rPr lang="en-US" smtClean="0"/>
              <a:t>Front-End</a:t>
            </a:r>
            <a:endParaRPr lang="vi-VN" smtClean="0"/>
          </a:p>
          <a:p>
            <a:pPr marL="457200" lvl="3" indent="-419100">
              <a:spcBef>
                <a:spcPts val="600"/>
              </a:spcBef>
              <a:buClr>
                <a:schemeClr val="accent3"/>
              </a:buClr>
              <a:buSzPts val="3000"/>
              <a:buFont typeface="Roboto"/>
              <a:buChar char="▸"/>
            </a:pPr>
            <a:r>
              <a:rPr lang="en-US"/>
              <a:t>đây là những gì mà user sẽ nhìn thấy và tương tác với khi vào website</a:t>
            </a:r>
            <a:endParaRPr lang="vi-VN" smtClean="0"/>
          </a:p>
          <a:p>
            <a:pPr marL="457200" lvl="3" indent="-419100">
              <a:spcBef>
                <a:spcPts val="600"/>
              </a:spcBef>
              <a:buClr>
                <a:schemeClr val="accent3"/>
              </a:buClr>
              <a:buSzPts val="3000"/>
              <a:buFont typeface="Roboto"/>
              <a:buChar char="▸"/>
            </a:pPr>
            <a:r>
              <a:rPr lang="en-US"/>
              <a:t>Nó hoàn toàn là về design, hiệu ứng bóng bẩy, layout và hình ảnh nhằm tạo ra trải nghiệm sử dụng cho khách hàng</a:t>
            </a:r>
            <a:endParaRPr lang="vi-VN" smtClean="0"/>
          </a:p>
          <a:p>
            <a:pPr marL="457200" lvl="3" indent="-419100">
              <a:spcBef>
                <a:spcPts val="600"/>
              </a:spcBef>
              <a:buClr>
                <a:schemeClr val="accent3"/>
              </a:buClr>
              <a:buSzPts val="3000"/>
              <a:buFont typeface="Roboto"/>
              <a:buChar char="▸"/>
            </a:pPr>
            <a:r>
              <a:rPr lang="en-US"/>
              <a:t>Các công nghệ thường được sử dụng bởi frontend developer bao gồm HTML, CSS, jQuery và JavaScript</a:t>
            </a:r>
            <a:r>
              <a:rPr lang="en-US" smtClean="0"/>
              <a:t>.</a:t>
            </a:r>
            <a:endParaRPr lang="vi-VN" sz="1800" smtClean="0"/>
          </a:p>
          <a:p>
            <a:pPr>
              <a:buClr>
                <a:schemeClr val="accent3"/>
              </a:buClr>
            </a:pPr>
            <a:endParaRPr lang="vi-VN"/>
          </a:p>
        </p:txBody>
      </p:sp>
    </p:spTree>
    <p:extLst>
      <p:ext uri="{BB962C8B-B14F-4D97-AF65-F5344CB8AC3E}">
        <p14:creationId xmlns:p14="http://schemas.microsoft.com/office/powerpoint/2010/main" val="369004642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18"/>
          <p:cNvSpPr txBox="1">
            <a:spLocks noGrp="1"/>
          </p:cNvSpPr>
          <p:nvPr>
            <p:ph type="title"/>
          </p:nvPr>
        </p:nvSpPr>
        <p:spPr>
          <a:xfrm>
            <a:off x="109075" y="1626750"/>
            <a:ext cx="1807200" cy="857400"/>
          </a:xfrm>
          <a:prstGeom prst="rect">
            <a:avLst/>
          </a:prstGeom>
        </p:spPr>
        <p:txBody>
          <a:bodyPr spcFirstLastPara="1" wrap="square" lIns="91425" tIns="91425" rIns="91425" bIns="91425" anchor="t" anchorCtr="0">
            <a:noAutofit/>
          </a:bodyPr>
          <a:lstStyle/>
          <a:p>
            <a:pPr lvl="1"/>
            <a:r>
              <a:rPr lang="en-US" sz="2400"/>
              <a:t>Quản trị cơ sỡ dữ </a:t>
            </a:r>
            <a:r>
              <a:rPr lang="en-US" sz="2400" smtClean="0"/>
              <a:t>liệu</a:t>
            </a:r>
            <a:r>
              <a:rPr lang="en-US" sz="1600" smtClean="0"/>
              <a:t> (</a:t>
            </a:r>
            <a:r>
              <a:rPr lang="en-US" sz="1600"/>
              <a:t>Database Adminstrator</a:t>
            </a:r>
            <a:r>
              <a:rPr lang="en-US" sz="2400"/>
              <a:t>)</a:t>
            </a:r>
          </a:p>
        </p:txBody>
      </p:sp>
      <p:sp>
        <p:nvSpPr>
          <p:cNvPr id="98" name="Google Shape;98;p18"/>
          <p:cNvSpPr txBox="1">
            <a:spLocks noGrp="1"/>
          </p:cNvSpPr>
          <p:nvPr>
            <p:ph type="sldNum" idx="12"/>
          </p:nvPr>
        </p:nvSpPr>
        <p:spPr>
          <a:xfrm>
            <a:off x="109075" y="146024"/>
            <a:ext cx="1807200" cy="1252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fld id="{00000000-1234-1234-1234-123412341234}" type="slidenum">
              <a:rPr lang="en"/>
              <a:t>19</a:t>
            </a:fld>
            <a:endParaRPr/>
          </a:p>
        </p:txBody>
      </p:sp>
      <p:sp>
        <p:nvSpPr>
          <p:cNvPr id="5" name="Google Shape;97;p18"/>
          <p:cNvSpPr txBox="1">
            <a:spLocks/>
          </p:cNvSpPr>
          <p:nvPr/>
        </p:nvSpPr>
        <p:spPr>
          <a:xfrm>
            <a:off x="2111828" y="-105089"/>
            <a:ext cx="6955971" cy="1731839"/>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419100" algn="l" rtl="0">
              <a:lnSpc>
                <a:spcPct val="100000"/>
              </a:lnSpc>
              <a:spcBef>
                <a:spcPts val="600"/>
              </a:spcBef>
              <a:spcAft>
                <a:spcPts val="0"/>
              </a:spcAft>
              <a:buClr>
                <a:srgbClr val="6FA8DC"/>
              </a:buClr>
              <a:buSzPts val="3000"/>
              <a:buFont typeface="Roboto"/>
              <a:buChar char="▸"/>
              <a:defRPr sz="3000" b="0" i="0" u="none" strike="noStrike" cap="none">
                <a:solidFill>
                  <a:schemeClr val="dk1"/>
                </a:solidFill>
                <a:latin typeface="Roboto"/>
                <a:ea typeface="Roboto"/>
                <a:cs typeface="Roboto"/>
                <a:sym typeface="Roboto"/>
              </a:defRPr>
            </a:lvl1pPr>
            <a:lvl2pPr marL="914400" marR="0" lvl="1" indent="-381000" algn="l" rtl="0">
              <a:lnSpc>
                <a:spcPct val="100000"/>
              </a:lnSpc>
              <a:spcBef>
                <a:spcPts val="0"/>
              </a:spcBef>
              <a:spcAft>
                <a:spcPts val="0"/>
              </a:spcAft>
              <a:buClr>
                <a:srgbClr val="6FA8DC"/>
              </a:buClr>
              <a:buSzPts val="2400"/>
              <a:buFont typeface="Roboto"/>
              <a:buChar char="▹"/>
              <a:defRPr sz="2400" b="0" i="0" u="none" strike="noStrike" cap="none">
                <a:solidFill>
                  <a:schemeClr val="dk1"/>
                </a:solidFill>
                <a:latin typeface="Roboto"/>
                <a:ea typeface="Roboto"/>
                <a:cs typeface="Roboto"/>
                <a:sym typeface="Roboto"/>
              </a:defRPr>
            </a:lvl2pPr>
            <a:lvl3pPr marL="1371600" marR="0" lvl="2" indent="-381000" algn="l" rtl="0">
              <a:lnSpc>
                <a:spcPct val="100000"/>
              </a:lnSpc>
              <a:spcBef>
                <a:spcPts val="0"/>
              </a:spcBef>
              <a:spcAft>
                <a:spcPts val="0"/>
              </a:spcAft>
              <a:buClr>
                <a:srgbClr val="6FA8DC"/>
              </a:buClr>
              <a:buSzPts val="2400"/>
              <a:buFont typeface="Roboto"/>
              <a:buChar char="■"/>
              <a:defRPr sz="2400" b="0" i="0" u="none" strike="noStrike" cap="none">
                <a:solidFill>
                  <a:schemeClr val="dk1"/>
                </a:solidFill>
                <a:latin typeface="Roboto"/>
                <a:ea typeface="Roboto"/>
                <a:cs typeface="Roboto"/>
                <a:sym typeface="Roboto"/>
              </a:defRPr>
            </a:lvl3pPr>
            <a:lvl4pPr marL="1828800" marR="0" lvl="3" indent="-342900" algn="l" rtl="0">
              <a:lnSpc>
                <a:spcPct val="100000"/>
              </a:lnSpc>
              <a:spcBef>
                <a:spcPts val="0"/>
              </a:spcBef>
              <a:spcAft>
                <a:spcPts val="0"/>
              </a:spcAft>
              <a:buClr>
                <a:srgbClr val="6FA8DC"/>
              </a:buClr>
              <a:buSzPts val="1800"/>
              <a:buFont typeface="Roboto"/>
              <a:buChar char="●"/>
              <a:defRPr sz="1800" b="0" i="0" u="none" strike="noStrike" cap="none">
                <a:solidFill>
                  <a:schemeClr val="dk1"/>
                </a:solidFill>
                <a:latin typeface="Roboto"/>
                <a:ea typeface="Roboto"/>
                <a:cs typeface="Roboto"/>
                <a:sym typeface="Roboto"/>
              </a:defRPr>
            </a:lvl4pPr>
            <a:lvl5pPr marL="2286000" marR="0" lvl="4" indent="-342900" algn="l" rtl="0">
              <a:lnSpc>
                <a:spcPct val="100000"/>
              </a:lnSpc>
              <a:spcBef>
                <a:spcPts val="0"/>
              </a:spcBef>
              <a:spcAft>
                <a:spcPts val="0"/>
              </a:spcAft>
              <a:buClr>
                <a:schemeClr val="dk1"/>
              </a:buClr>
              <a:buSzPts val="1800"/>
              <a:buFont typeface="Roboto"/>
              <a:buChar char="○"/>
              <a:defRPr sz="1800" b="0" i="0" u="none" strike="noStrike" cap="none">
                <a:solidFill>
                  <a:schemeClr val="dk1"/>
                </a:solidFill>
                <a:latin typeface="Roboto"/>
                <a:ea typeface="Roboto"/>
                <a:cs typeface="Roboto"/>
                <a:sym typeface="Roboto"/>
              </a:defRPr>
            </a:lvl5pPr>
            <a:lvl6pPr marL="2743200" marR="0" lvl="5" indent="-342900" algn="l" rtl="0">
              <a:lnSpc>
                <a:spcPct val="100000"/>
              </a:lnSpc>
              <a:spcBef>
                <a:spcPts val="0"/>
              </a:spcBef>
              <a:spcAft>
                <a:spcPts val="0"/>
              </a:spcAft>
              <a:buClr>
                <a:schemeClr val="dk1"/>
              </a:buClr>
              <a:buSzPts val="1800"/>
              <a:buFont typeface="Roboto"/>
              <a:buChar char="■"/>
              <a:defRPr sz="1800" b="0" i="0" u="none" strike="noStrike" cap="none">
                <a:solidFill>
                  <a:schemeClr val="dk1"/>
                </a:solidFill>
                <a:latin typeface="Roboto"/>
                <a:ea typeface="Roboto"/>
                <a:cs typeface="Roboto"/>
                <a:sym typeface="Roboto"/>
              </a:defRPr>
            </a:lvl6pPr>
            <a:lvl7pPr marL="3200400" marR="0" lvl="6" indent="-342900" algn="l" rtl="0">
              <a:lnSpc>
                <a:spcPct val="100000"/>
              </a:lnSpc>
              <a:spcBef>
                <a:spcPts val="0"/>
              </a:spcBef>
              <a:spcAft>
                <a:spcPts val="0"/>
              </a:spcAft>
              <a:buClr>
                <a:schemeClr val="dk1"/>
              </a:buClr>
              <a:buSzPts val="1800"/>
              <a:buFont typeface="Roboto"/>
              <a:buChar char="●"/>
              <a:defRPr sz="1800" b="0" i="0" u="none" strike="noStrike" cap="none">
                <a:solidFill>
                  <a:schemeClr val="dk1"/>
                </a:solidFill>
                <a:latin typeface="Roboto"/>
                <a:ea typeface="Roboto"/>
                <a:cs typeface="Roboto"/>
                <a:sym typeface="Roboto"/>
              </a:defRPr>
            </a:lvl7pPr>
            <a:lvl8pPr marL="3657600" marR="0" lvl="7" indent="-342900" algn="l" rtl="0">
              <a:lnSpc>
                <a:spcPct val="100000"/>
              </a:lnSpc>
              <a:spcBef>
                <a:spcPts val="0"/>
              </a:spcBef>
              <a:spcAft>
                <a:spcPts val="0"/>
              </a:spcAft>
              <a:buClr>
                <a:schemeClr val="dk1"/>
              </a:buClr>
              <a:buSzPts val="1800"/>
              <a:buFont typeface="Roboto"/>
              <a:buChar char="○"/>
              <a:defRPr sz="1800" b="0" i="0" u="none" strike="noStrike" cap="none">
                <a:solidFill>
                  <a:schemeClr val="dk1"/>
                </a:solidFill>
                <a:latin typeface="Roboto"/>
                <a:ea typeface="Roboto"/>
                <a:cs typeface="Roboto"/>
                <a:sym typeface="Roboto"/>
              </a:defRPr>
            </a:lvl8pPr>
            <a:lvl9pPr marL="4114800" marR="0" lvl="8" indent="-342900" algn="l" rtl="0">
              <a:lnSpc>
                <a:spcPct val="100000"/>
              </a:lnSpc>
              <a:spcBef>
                <a:spcPts val="0"/>
              </a:spcBef>
              <a:spcAft>
                <a:spcPts val="0"/>
              </a:spcAft>
              <a:buClr>
                <a:schemeClr val="dk1"/>
              </a:buClr>
              <a:buSzPts val="1800"/>
              <a:buFont typeface="Roboto"/>
              <a:buChar char="■"/>
              <a:defRPr sz="1800" b="0" i="0" u="none" strike="noStrike" cap="none">
                <a:solidFill>
                  <a:schemeClr val="dk1"/>
                </a:solidFill>
                <a:latin typeface="Roboto"/>
                <a:ea typeface="Roboto"/>
                <a:cs typeface="Roboto"/>
                <a:sym typeface="Roboto"/>
              </a:defRPr>
            </a:lvl9pPr>
          </a:lstStyle>
          <a:p>
            <a:pPr marL="457200" lvl="3" indent="-419100">
              <a:spcBef>
                <a:spcPts val="600"/>
              </a:spcBef>
              <a:buClr>
                <a:schemeClr val="accent3"/>
              </a:buClr>
              <a:buSzPts val="3000"/>
              <a:buFont typeface="Roboto"/>
              <a:buChar char="▸"/>
            </a:pPr>
            <a:r>
              <a:rPr lang="en-US"/>
              <a:t>Tìm hiểu nhu cầu của người dùng và giám sát việc truy cập cũng như bảo mật khi truy cập của người dùng</a:t>
            </a:r>
            <a:endParaRPr lang="en-US" smtClean="0"/>
          </a:p>
          <a:p>
            <a:pPr marL="457200" lvl="3" indent="-419100">
              <a:spcBef>
                <a:spcPts val="600"/>
              </a:spcBef>
              <a:buClr>
                <a:schemeClr val="accent3"/>
              </a:buClr>
              <a:buSzPts val="3000"/>
              <a:buFont typeface="Roboto"/>
              <a:buChar char="▸"/>
            </a:pPr>
            <a:r>
              <a:rPr lang="en-US"/>
              <a:t>Giám sát hoạt động và quản lý các thông </a:t>
            </a:r>
            <a:r>
              <a:rPr lang="en-US" smtClean="0"/>
              <a:t>số</a:t>
            </a:r>
          </a:p>
          <a:p>
            <a:pPr marL="457200" lvl="3" indent="-419100">
              <a:spcBef>
                <a:spcPts val="600"/>
              </a:spcBef>
              <a:buClr>
                <a:schemeClr val="accent3"/>
              </a:buClr>
              <a:buSzPts val="3000"/>
              <a:buFont typeface="Roboto"/>
              <a:buChar char="▸"/>
            </a:pPr>
            <a:r>
              <a:rPr lang="en-US"/>
              <a:t>Thiết kế, lên ý tưởng quản trị cơ sở dữ liệu và tinh chỉnh các thiết </a:t>
            </a:r>
            <a:r>
              <a:rPr lang="en-US" smtClean="0"/>
              <a:t>kế</a:t>
            </a:r>
          </a:p>
          <a:p>
            <a:pPr marL="457200" lvl="3" indent="-419100">
              <a:spcBef>
                <a:spcPts val="600"/>
              </a:spcBef>
              <a:buClr>
                <a:schemeClr val="accent3"/>
              </a:buClr>
              <a:buSzPts val="3000"/>
              <a:buFont typeface="Roboto"/>
              <a:buChar char="▸"/>
            </a:pPr>
            <a:r>
              <a:rPr lang="en-US"/>
              <a:t>Viết tài liệu về cơ sở dữ </a:t>
            </a:r>
            <a:r>
              <a:rPr lang="en-US" smtClean="0"/>
              <a:t>liệu</a:t>
            </a:r>
          </a:p>
          <a:p>
            <a:pPr marL="457200" lvl="3" indent="-419100">
              <a:spcBef>
                <a:spcPts val="600"/>
              </a:spcBef>
              <a:buClr>
                <a:schemeClr val="accent3"/>
              </a:buClr>
              <a:buSzPts val="3000"/>
              <a:buFont typeface="Roboto"/>
              <a:buChar char="▸"/>
            </a:pPr>
            <a:r>
              <a:rPr lang="en-US"/>
              <a:t>Kiểm soát quyền truy cập và các quyền ưu </a:t>
            </a:r>
            <a:r>
              <a:rPr lang="en-US" smtClean="0"/>
              <a:t>tiên</a:t>
            </a:r>
          </a:p>
          <a:p>
            <a:pPr marL="457200" lvl="3" indent="-419100">
              <a:spcBef>
                <a:spcPts val="600"/>
              </a:spcBef>
              <a:buClr>
                <a:schemeClr val="accent3"/>
              </a:buClr>
              <a:buSzPts val="3000"/>
              <a:buFont typeface="Roboto"/>
              <a:buChar char="▸"/>
            </a:pPr>
            <a:r>
              <a:rPr lang="en-US"/>
              <a:t>Phát triển, quản lý và kiểm tra thử các kế hoạch sao lưu, phục hồi; bảo đảm rằng các quy trình lưu trữ hoạt động chính </a:t>
            </a:r>
            <a:r>
              <a:rPr lang="en-US" smtClean="0"/>
              <a:t>xác</a:t>
            </a:r>
          </a:p>
          <a:p>
            <a:pPr marL="457200" lvl="3" indent="-419100">
              <a:spcBef>
                <a:spcPts val="600"/>
              </a:spcBef>
              <a:buClr>
                <a:schemeClr val="accent3"/>
              </a:buClr>
              <a:buSzPts val="3000"/>
              <a:buFont typeface="Roboto"/>
              <a:buChar char="▸"/>
            </a:pPr>
            <a:r>
              <a:rPr lang="en-US"/>
              <a:t>Thường xuyên phối hợp với các nhân viên kỹ thuật, vận hành, ứng dụng để đảm bảo cơ sở dữ liệu toàn vẹn, bảo </a:t>
            </a:r>
            <a:r>
              <a:rPr lang="en-US" smtClean="0"/>
              <a:t>mật</a:t>
            </a:r>
          </a:p>
          <a:p>
            <a:pPr marL="457200" lvl="3" indent="-419100">
              <a:spcBef>
                <a:spcPts val="600"/>
              </a:spcBef>
              <a:buClr>
                <a:schemeClr val="accent3"/>
              </a:buClr>
              <a:buSzPts val="3000"/>
              <a:buFont typeface="Roboto"/>
              <a:buChar char="▸"/>
            </a:pPr>
            <a:r>
              <a:rPr lang="en-US" smtClean="0"/>
              <a:t>Các hệ quản trị cơ sở dữ liệu: MySql , SqlSever, </a:t>
            </a:r>
            <a:r>
              <a:rPr lang="en-US" b="1" i="1" smtClean="0"/>
              <a:t>Oracle,</a:t>
            </a:r>
            <a:r>
              <a:rPr lang="en-US" b="1"/>
              <a:t> </a:t>
            </a:r>
            <a:r>
              <a:rPr lang="en-US" b="1" i="1" smtClean="0"/>
              <a:t>PostgreSQL, MongoDB…</a:t>
            </a:r>
            <a:endParaRPr lang="en-US" b="1"/>
          </a:p>
          <a:p>
            <a:pPr marL="457200" lvl="3" indent="-419100">
              <a:spcBef>
                <a:spcPts val="600"/>
              </a:spcBef>
              <a:buClr>
                <a:schemeClr val="accent3"/>
              </a:buClr>
              <a:buSzPts val="3000"/>
              <a:buFont typeface="Roboto"/>
              <a:buChar char="▸"/>
            </a:pPr>
            <a:endParaRPr lang="en-US" b="1"/>
          </a:p>
          <a:p>
            <a:pPr marL="457200" lvl="3" indent="-419100">
              <a:spcBef>
                <a:spcPts val="600"/>
              </a:spcBef>
              <a:buClr>
                <a:schemeClr val="accent3"/>
              </a:buClr>
              <a:buSzPts val="3000"/>
              <a:buFont typeface="Roboto"/>
              <a:buChar char="▸"/>
            </a:pPr>
            <a:endParaRPr lang="en-US" smtClean="0"/>
          </a:p>
        </p:txBody>
      </p:sp>
    </p:spTree>
    <p:extLst>
      <p:ext uri="{BB962C8B-B14F-4D97-AF65-F5344CB8AC3E}">
        <p14:creationId xmlns:p14="http://schemas.microsoft.com/office/powerpoint/2010/main" val="423592910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18"/>
          <p:cNvSpPr txBox="1">
            <a:spLocks noGrp="1"/>
          </p:cNvSpPr>
          <p:nvPr>
            <p:ph type="title"/>
          </p:nvPr>
        </p:nvSpPr>
        <p:spPr>
          <a:xfrm>
            <a:off x="109075" y="1626750"/>
            <a:ext cx="1807200" cy="857400"/>
          </a:xfrm>
          <a:prstGeom prst="rect">
            <a:avLst/>
          </a:prstGeom>
        </p:spPr>
        <p:txBody>
          <a:bodyPr spcFirstLastPara="1" wrap="square" lIns="91425" tIns="91425" rIns="91425" bIns="91425" anchor="t" anchorCtr="0">
            <a:noAutofit/>
          </a:bodyPr>
          <a:lstStyle/>
          <a:p>
            <a:pPr lvl="1"/>
            <a:r>
              <a:rPr lang="en-US" sz="2400"/>
              <a:t>Kỹ sư phần mềm (software engineer) </a:t>
            </a:r>
          </a:p>
        </p:txBody>
      </p:sp>
      <p:sp>
        <p:nvSpPr>
          <p:cNvPr id="98" name="Google Shape;98;p18"/>
          <p:cNvSpPr txBox="1">
            <a:spLocks noGrp="1"/>
          </p:cNvSpPr>
          <p:nvPr>
            <p:ph type="sldNum" idx="12"/>
          </p:nvPr>
        </p:nvSpPr>
        <p:spPr>
          <a:xfrm>
            <a:off x="109075" y="146024"/>
            <a:ext cx="1807200" cy="1252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fld id="{00000000-1234-1234-1234-123412341234}" type="slidenum">
              <a:rPr lang="en"/>
              <a:t>20</a:t>
            </a:fld>
            <a:endParaRPr/>
          </a:p>
        </p:txBody>
      </p:sp>
      <p:sp>
        <p:nvSpPr>
          <p:cNvPr id="5" name="Google Shape;97;p18"/>
          <p:cNvSpPr txBox="1">
            <a:spLocks/>
          </p:cNvSpPr>
          <p:nvPr/>
        </p:nvSpPr>
        <p:spPr>
          <a:xfrm>
            <a:off x="2111828" y="-105089"/>
            <a:ext cx="6955971" cy="1731839"/>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419100" algn="l" rtl="0">
              <a:lnSpc>
                <a:spcPct val="100000"/>
              </a:lnSpc>
              <a:spcBef>
                <a:spcPts val="600"/>
              </a:spcBef>
              <a:spcAft>
                <a:spcPts val="0"/>
              </a:spcAft>
              <a:buClr>
                <a:srgbClr val="6FA8DC"/>
              </a:buClr>
              <a:buSzPts val="3000"/>
              <a:buFont typeface="Roboto"/>
              <a:buChar char="▸"/>
              <a:defRPr sz="3000" b="0" i="0" u="none" strike="noStrike" cap="none">
                <a:solidFill>
                  <a:schemeClr val="dk1"/>
                </a:solidFill>
                <a:latin typeface="Roboto"/>
                <a:ea typeface="Roboto"/>
                <a:cs typeface="Roboto"/>
                <a:sym typeface="Roboto"/>
              </a:defRPr>
            </a:lvl1pPr>
            <a:lvl2pPr marL="914400" marR="0" lvl="1" indent="-381000" algn="l" rtl="0">
              <a:lnSpc>
                <a:spcPct val="100000"/>
              </a:lnSpc>
              <a:spcBef>
                <a:spcPts val="0"/>
              </a:spcBef>
              <a:spcAft>
                <a:spcPts val="0"/>
              </a:spcAft>
              <a:buClr>
                <a:srgbClr val="6FA8DC"/>
              </a:buClr>
              <a:buSzPts val="2400"/>
              <a:buFont typeface="Roboto"/>
              <a:buChar char="▹"/>
              <a:defRPr sz="2400" b="0" i="0" u="none" strike="noStrike" cap="none">
                <a:solidFill>
                  <a:schemeClr val="dk1"/>
                </a:solidFill>
                <a:latin typeface="Roboto"/>
                <a:ea typeface="Roboto"/>
                <a:cs typeface="Roboto"/>
                <a:sym typeface="Roboto"/>
              </a:defRPr>
            </a:lvl2pPr>
            <a:lvl3pPr marL="1371600" marR="0" lvl="2" indent="-381000" algn="l" rtl="0">
              <a:lnSpc>
                <a:spcPct val="100000"/>
              </a:lnSpc>
              <a:spcBef>
                <a:spcPts val="0"/>
              </a:spcBef>
              <a:spcAft>
                <a:spcPts val="0"/>
              </a:spcAft>
              <a:buClr>
                <a:srgbClr val="6FA8DC"/>
              </a:buClr>
              <a:buSzPts val="2400"/>
              <a:buFont typeface="Roboto"/>
              <a:buChar char="■"/>
              <a:defRPr sz="2400" b="0" i="0" u="none" strike="noStrike" cap="none">
                <a:solidFill>
                  <a:schemeClr val="dk1"/>
                </a:solidFill>
                <a:latin typeface="Roboto"/>
                <a:ea typeface="Roboto"/>
                <a:cs typeface="Roboto"/>
                <a:sym typeface="Roboto"/>
              </a:defRPr>
            </a:lvl3pPr>
            <a:lvl4pPr marL="1828800" marR="0" lvl="3" indent="-342900" algn="l" rtl="0">
              <a:lnSpc>
                <a:spcPct val="100000"/>
              </a:lnSpc>
              <a:spcBef>
                <a:spcPts val="0"/>
              </a:spcBef>
              <a:spcAft>
                <a:spcPts val="0"/>
              </a:spcAft>
              <a:buClr>
                <a:srgbClr val="6FA8DC"/>
              </a:buClr>
              <a:buSzPts val="1800"/>
              <a:buFont typeface="Roboto"/>
              <a:buChar char="●"/>
              <a:defRPr sz="1800" b="0" i="0" u="none" strike="noStrike" cap="none">
                <a:solidFill>
                  <a:schemeClr val="dk1"/>
                </a:solidFill>
                <a:latin typeface="Roboto"/>
                <a:ea typeface="Roboto"/>
                <a:cs typeface="Roboto"/>
                <a:sym typeface="Roboto"/>
              </a:defRPr>
            </a:lvl4pPr>
            <a:lvl5pPr marL="2286000" marR="0" lvl="4" indent="-342900" algn="l" rtl="0">
              <a:lnSpc>
                <a:spcPct val="100000"/>
              </a:lnSpc>
              <a:spcBef>
                <a:spcPts val="0"/>
              </a:spcBef>
              <a:spcAft>
                <a:spcPts val="0"/>
              </a:spcAft>
              <a:buClr>
                <a:schemeClr val="dk1"/>
              </a:buClr>
              <a:buSzPts val="1800"/>
              <a:buFont typeface="Roboto"/>
              <a:buChar char="○"/>
              <a:defRPr sz="1800" b="0" i="0" u="none" strike="noStrike" cap="none">
                <a:solidFill>
                  <a:schemeClr val="dk1"/>
                </a:solidFill>
                <a:latin typeface="Roboto"/>
                <a:ea typeface="Roboto"/>
                <a:cs typeface="Roboto"/>
                <a:sym typeface="Roboto"/>
              </a:defRPr>
            </a:lvl5pPr>
            <a:lvl6pPr marL="2743200" marR="0" lvl="5" indent="-342900" algn="l" rtl="0">
              <a:lnSpc>
                <a:spcPct val="100000"/>
              </a:lnSpc>
              <a:spcBef>
                <a:spcPts val="0"/>
              </a:spcBef>
              <a:spcAft>
                <a:spcPts val="0"/>
              </a:spcAft>
              <a:buClr>
                <a:schemeClr val="dk1"/>
              </a:buClr>
              <a:buSzPts val="1800"/>
              <a:buFont typeface="Roboto"/>
              <a:buChar char="■"/>
              <a:defRPr sz="1800" b="0" i="0" u="none" strike="noStrike" cap="none">
                <a:solidFill>
                  <a:schemeClr val="dk1"/>
                </a:solidFill>
                <a:latin typeface="Roboto"/>
                <a:ea typeface="Roboto"/>
                <a:cs typeface="Roboto"/>
                <a:sym typeface="Roboto"/>
              </a:defRPr>
            </a:lvl6pPr>
            <a:lvl7pPr marL="3200400" marR="0" lvl="6" indent="-342900" algn="l" rtl="0">
              <a:lnSpc>
                <a:spcPct val="100000"/>
              </a:lnSpc>
              <a:spcBef>
                <a:spcPts val="0"/>
              </a:spcBef>
              <a:spcAft>
                <a:spcPts val="0"/>
              </a:spcAft>
              <a:buClr>
                <a:schemeClr val="dk1"/>
              </a:buClr>
              <a:buSzPts val="1800"/>
              <a:buFont typeface="Roboto"/>
              <a:buChar char="●"/>
              <a:defRPr sz="1800" b="0" i="0" u="none" strike="noStrike" cap="none">
                <a:solidFill>
                  <a:schemeClr val="dk1"/>
                </a:solidFill>
                <a:latin typeface="Roboto"/>
                <a:ea typeface="Roboto"/>
                <a:cs typeface="Roboto"/>
                <a:sym typeface="Roboto"/>
              </a:defRPr>
            </a:lvl7pPr>
            <a:lvl8pPr marL="3657600" marR="0" lvl="7" indent="-342900" algn="l" rtl="0">
              <a:lnSpc>
                <a:spcPct val="100000"/>
              </a:lnSpc>
              <a:spcBef>
                <a:spcPts val="0"/>
              </a:spcBef>
              <a:spcAft>
                <a:spcPts val="0"/>
              </a:spcAft>
              <a:buClr>
                <a:schemeClr val="dk1"/>
              </a:buClr>
              <a:buSzPts val="1800"/>
              <a:buFont typeface="Roboto"/>
              <a:buChar char="○"/>
              <a:defRPr sz="1800" b="0" i="0" u="none" strike="noStrike" cap="none">
                <a:solidFill>
                  <a:schemeClr val="dk1"/>
                </a:solidFill>
                <a:latin typeface="Roboto"/>
                <a:ea typeface="Roboto"/>
                <a:cs typeface="Roboto"/>
                <a:sym typeface="Roboto"/>
              </a:defRPr>
            </a:lvl8pPr>
            <a:lvl9pPr marL="4114800" marR="0" lvl="8" indent="-342900" algn="l" rtl="0">
              <a:lnSpc>
                <a:spcPct val="100000"/>
              </a:lnSpc>
              <a:spcBef>
                <a:spcPts val="0"/>
              </a:spcBef>
              <a:spcAft>
                <a:spcPts val="0"/>
              </a:spcAft>
              <a:buClr>
                <a:schemeClr val="dk1"/>
              </a:buClr>
              <a:buSzPts val="1800"/>
              <a:buFont typeface="Roboto"/>
              <a:buChar char="■"/>
              <a:defRPr sz="1800" b="0" i="0" u="none" strike="noStrike" cap="none">
                <a:solidFill>
                  <a:schemeClr val="dk1"/>
                </a:solidFill>
                <a:latin typeface="Roboto"/>
                <a:ea typeface="Roboto"/>
                <a:cs typeface="Roboto"/>
                <a:sym typeface="Roboto"/>
              </a:defRPr>
            </a:lvl9pPr>
          </a:lstStyle>
          <a:p>
            <a:pPr marL="457200" lvl="3" indent="-419100">
              <a:spcBef>
                <a:spcPts val="600"/>
              </a:spcBef>
              <a:buClr>
                <a:schemeClr val="accent3"/>
              </a:buClr>
              <a:buSzPts val="3000"/>
              <a:buFont typeface="Roboto"/>
              <a:buChar char="▸"/>
            </a:pPr>
            <a:r>
              <a:rPr lang="en-US"/>
              <a:t>là người áp dụng các nguyên tắc/nguyên lý của công nghệ phần mềm vào việc thiết kế, phát triển, bảo trì, kiểm thử, và đánh giá phần mềm và hệ thống khiến máy tính hay bất cứ thứ gì chứa phần mềm đó sẽ hoạt </a:t>
            </a:r>
            <a:r>
              <a:rPr lang="en-US" smtClean="0"/>
              <a:t>động</a:t>
            </a:r>
          </a:p>
          <a:p>
            <a:pPr marL="457200" lvl="3" indent="-419100">
              <a:spcBef>
                <a:spcPts val="600"/>
              </a:spcBef>
              <a:buClr>
                <a:schemeClr val="accent3"/>
              </a:buClr>
              <a:buSzPts val="3000"/>
              <a:buFont typeface="Roboto"/>
              <a:buChar char="▸"/>
            </a:pPr>
            <a:r>
              <a:rPr lang="en-US" smtClean="0"/>
              <a:t>Kiểm thử phần mềm</a:t>
            </a:r>
          </a:p>
          <a:p>
            <a:pPr marL="457200" lvl="3" indent="-419100">
              <a:spcBef>
                <a:spcPts val="600"/>
              </a:spcBef>
              <a:buClr>
                <a:schemeClr val="accent3"/>
              </a:buClr>
              <a:buSzPts val="3000"/>
              <a:buFont typeface="Roboto"/>
              <a:buChar char="▸"/>
            </a:pPr>
            <a:r>
              <a:rPr lang="en-US"/>
              <a:t>Các ngôn ngữ lập trình phần mềm: java, javaScrip, C++, C#, PHP, Python, Ruby,…</a:t>
            </a:r>
          </a:p>
          <a:p>
            <a:pPr marL="457200" lvl="3" indent="-419100">
              <a:spcBef>
                <a:spcPts val="600"/>
              </a:spcBef>
              <a:buClr>
                <a:schemeClr val="accent3"/>
              </a:buClr>
              <a:buSzPts val="3000"/>
              <a:buFont typeface="Roboto"/>
              <a:buChar char="▸"/>
            </a:pPr>
            <a:endParaRPr lang="en-US" smtClean="0"/>
          </a:p>
          <a:p>
            <a:pPr marL="457200" lvl="3" indent="-419100">
              <a:spcBef>
                <a:spcPts val="600"/>
              </a:spcBef>
              <a:buClr>
                <a:schemeClr val="accent3"/>
              </a:buClr>
              <a:buSzPts val="3000"/>
              <a:buFont typeface="Roboto"/>
              <a:buChar char="▸"/>
            </a:pPr>
            <a:endParaRPr lang="en-US" b="1"/>
          </a:p>
          <a:p>
            <a:pPr marL="457200" lvl="3" indent="-419100">
              <a:spcBef>
                <a:spcPts val="600"/>
              </a:spcBef>
              <a:buClr>
                <a:schemeClr val="accent3"/>
              </a:buClr>
              <a:buSzPts val="3000"/>
              <a:buFont typeface="Roboto"/>
              <a:buChar char="▸"/>
            </a:pPr>
            <a:endParaRPr lang="en-US" smtClean="0"/>
          </a:p>
        </p:txBody>
      </p:sp>
    </p:spTree>
    <p:extLst>
      <p:ext uri="{BB962C8B-B14F-4D97-AF65-F5344CB8AC3E}">
        <p14:creationId xmlns:p14="http://schemas.microsoft.com/office/powerpoint/2010/main" val="91323040"/>
      </p:ext>
    </p:extLst>
  </p:cSld>
  <p:clrMapOvr>
    <a:masterClrMapping/>
  </p:clrMapOvr>
</p:sld>
</file>

<file path=ppt/theme/theme1.xml><?xml version="1.0" encoding="utf-8"?>
<a:theme xmlns:a="http://schemas.openxmlformats.org/drawingml/2006/main" name="Aemelia template">
  <a:themeElements>
    <a:clrScheme name="Custom 347">
      <a:dk1>
        <a:srgbClr val="073763"/>
      </a:dk1>
      <a:lt1>
        <a:srgbClr val="FFFFFF"/>
      </a:lt1>
      <a:dk2>
        <a:srgbClr val="3F4247"/>
      </a:dk2>
      <a:lt2>
        <a:srgbClr val="CFD9E1"/>
      </a:lt2>
      <a:accent1>
        <a:srgbClr val="6FA8DC"/>
      </a:accent1>
      <a:accent2>
        <a:srgbClr val="0B5394"/>
      </a:accent2>
      <a:accent3>
        <a:srgbClr val="9FC5E8"/>
      </a:accent3>
      <a:accent4>
        <a:srgbClr val="CFD9E1"/>
      </a:accent4>
      <a:accent5>
        <a:srgbClr val="A1EFFF"/>
      </a:accent5>
      <a:accent6>
        <a:srgbClr val="5AB1C9"/>
      </a:accent6>
      <a:hlink>
        <a:srgbClr val="0B5394"/>
      </a:hlink>
      <a:folHlink>
        <a:srgbClr val="6611CC"/>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106</TotalTime>
  <Words>1783</Words>
  <Application>Microsoft Office PowerPoint</Application>
  <PresentationFormat>On-screen Show (16:9)</PresentationFormat>
  <Paragraphs>193</Paragraphs>
  <Slides>20</Slides>
  <Notes>20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20</vt:i4>
      </vt:variant>
    </vt:vector>
  </HeadingPairs>
  <TitlesOfParts>
    <vt:vector size="24" baseType="lpstr">
      <vt:lpstr>Roboto</vt:lpstr>
      <vt:lpstr>Arial</vt:lpstr>
      <vt:lpstr>Montserrat</vt:lpstr>
      <vt:lpstr>Aemelia template</vt:lpstr>
      <vt:lpstr>Tìm hiểu về ngành công nghệ thông tin</vt:lpstr>
      <vt:lpstr>Mục lục</vt:lpstr>
      <vt:lpstr>Phần I</vt:lpstr>
      <vt:lpstr>II) Khi học công nghệ thông tin cần những tố chất gì?</vt:lpstr>
      <vt:lpstr>III) Ứng dụng vào đời sống thực tiễn</vt:lpstr>
      <vt:lpstr>III) Các chuyên ngành và các công việc của ngành công nghệ thông tin</vt:lpstr>
      <vt:lpstr>Khoa học máy tính</vt:lpstr>
      <vt:lpstr>Hệ thống thông tin (information systemst)</vt:lpstr>
      <vt:lpstr>Mạng máy tính và truyền thông dữ liệu</vt:lpstr>
      <vt:lpstr>Kĩ thuật máy tính (Computer Engineering)</vt:lpstr>
      <vt:lpstr>Ngành kĩ thuật mạng</vt:lpstr>
      <vt:lpstr>Ngành công nghệ phần mềm</vt:lpstr>
      <vt:lpstr>Ngành hệ thống thông tin quản lý</vt:lpstr>
      <vt:lpstr>Ngành Big Data &amp; Machine Learning</vt:lpstr>
      <vt:lpstr>Ngành Thiết kế Đồ họa/ Game/ Multimedia</vt:lpstr>
      <vt:lpstr>Một số nghề nghiệp</vt:lpstr>
      <vt:lpstr>Lập trình trên điện thoại</vt:lpstr>
      <vt:lpstr>Lập trình web</vt:lpstr>
      <vt:lpstr>Quản trị cơ sỡ dữ liệu (Database Adminstrator)</vt:lpstr>
      <vt:lpstr>Kỹ sư phần mềm (software engineer) </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Tìm hiểu về ngành công nghệ thông tin</dc:title>
  <dc:creator>ADMIN</dc:creator>
  <cp:lastModifiedBy>ADMIN</cp:lastModifiedBy>
  <cp:revision>17</cp:revision>
  <dcterms:modified xsi:type="dcterms:W3CDTF">2020-06-03T13:46:08Z</dcterms:modified>
</cp:coreProperties>
</file>